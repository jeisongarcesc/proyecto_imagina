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7" r:id="rId27"/>
    <p:sldId id="288" r:id="rId28"/>
    <p:sldId id="289" r:id="rId29"/>
    <p:sldId id="292" r:id="rId30"/>
    <p:sldId id="293" r:id="rId31"/>
    <p:sldId id="290" r:id="rId32"/>
    <p:sldId id="291" r:id="rId33"/>
    <p:sldId id="294" r:id="rId34"/>
    <p:sldId id="281" r:id="rId35"/>
    <p:sldId id="295" r:id="rId36"/>
    <p:sldId id="282" r:id="rId37"/>
    <p:sldId id="283" r:id="rId38"/>
    <p:sldId id="284" r:id="rId39"/>
    <p:sldId id="285" r:id="rId40"/>
    <p:sldId id="286" r:id="rId4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73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24823-BBE8-4D6D-9151-2473950248DF}" v="51" dt="2026-05-19T22:16:15.15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87" autoAdjust="0"/>
  </p:normalViewPr>
  <p:slideViewPr>
    <p:cSldViewPr>
      <p:cViewPr>
        <p:scale>
          <a:sx n="100" d="100"/>
          <a:sy n="100" d="100"/>
        </p:scale>
        <p:origin x="144" y="-492"/>
      </p:cViewPr>
      <p:guideLst>
        <p:guide orient="horz" pos="2880"/>
        <p:guide pos="73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ez Franco Juan Guillermo" userId="dc53cc7b-944a-45c8-95d3-c12113b67b3b" providerId="ADAL" clId="{DF8F2E96-15C7-431C-A136-3AAE6867603D}"/>
    <pc:docChg chg="undo redo custSel addSld modSld sldOrd">
      <pc:chgData name="Fernandez Franco Juan Guillermo" userId="dc53cc7b-944a-45c8-95d3-c12113b67b3b" providerId="ADAL" clId="{DF8F2E96-15C7-431C-A136-3AAE6867603D}" dt="2026-05-19T22:29:04.797" v="3003" actId="20577"/>
      <pc:docMkLst>
        <pc:docMk/>
      </pc:docMkLst>
      <pc:sldChg chg="modSp mod">
        <pc:chgData name="Fernandez Franco Juan Guillermo" userId="dc53cc7b-944a-45c8-95d3-c12113b67b3b" providerId="ADAL" clId="{DF8F2E96-15C7-431C-A136-3AAE6867603D}" dt="2026-05-19T22:23:00.360" v="2969" actId="20577"/>
        <pc:sldMkLst>
          <pc:docMk/>
          <pc:sldMk cId="0" sldId="280"/>
        </pc:sldMkLst>
        <pc:spChg chg="mod">
          <ac:chgData name="Fernandez Franco Juan Guillermo" userId="dc53cc7b-944a-45c8-95d3-c12113b67b3b" providerId="ADAL" clId="{DF8F2E96-15C7-431C-A136-3AAE6867603D}" dt="2026-05-19T22:23:00.360" v="2969" actId="20577"/>
          <ac:spMkLst>
            <pc:docMk/>
            <pc:sldMk cId="0" sldId="280"/>
            <ac:spMk id="8" creationId="{00000000-0000-0000-0000-000000000000}"/>
          </ac:spMkLst>
        </pc:spChg>
      </pc:sldChg>
      <pc:sldChg chg="addSp delSp modSp mod ord">
        <pc:chgData name="Fernandez Franco Juan Guillermo" userId="dc53cc7b-944a-45c8-95d3-c12113b67b3b" providerId="ADAL" clId="{DF8F2E96-15C7-431C-A136-3AAE6867603D}" dt="2026-05-19T21:16:08.901" v="1970" actId="20577"/>
        <pc:sldMkLst>
          <pc:docMk/>
          <pc:sldMk cId="0" sldId="281"/>
        </pc:sldMkLst>
        <pc:spChg chg="mod">
          <ac:chgData name="Fernandez Franco Juan Guillermo" userId="dc53cc7b-944a-45c8-95d3-c12113b67b3b" providerId="ADAL" clId="{DF8F2E96-15C7-431C-A136-3AAE6867603D}" dt="2026-05-19T21:16:08.901" v="1970" actId="20577"/>
          <ac:spMkLst>
            <pc:docMk/>
            <pc:sldMk cId="0" sldId="281"/>
            <ac:spMk id="7" creationId="{00000000-0000-0000-0000-000000000000}"/>
          </ac:spMkLst>
        </pc:spChg>
        <pc:spChg chg="add mod">
          <ac:chgData name="Fernandez Franco Juan Guillermo" userId="dc53cc7b-944a-45c8-95d3-c12113b67b3b" providerId="ADAL" clId="{DF8F2E96-15C7-431C-A136-3AAE6867603D}" dt="2026-05-19T20:02:59.636" v="1815" actId="1076"/>
          <ac:spMkLst>
            <pc:docMk/>
            <pc:sldMk cId="0" sldId="281"/>
            <ac:spMk id="18" creationId="{313954EF-DC48-57EE-DC05-C7BEC0DABD2E}"/>
          </ac:spMkLst>
        </pc:spChg>
        <pc:spChg chg="add mod">
          <ac:chgData name="Fernandez Franco Juan Guillermo" userId="dc53cc7b-944a-45c8-95d3-c12113b67b3b" providerId="ADAL" clId="{DF8F2E96-15C7-431C-A136-3AAE6867603D}" dt="2026-05-19T20:03:36.169" v="1839" actId="20577"/>
          <ac:spMkLst>
            <pc:docMk/>
            <pc:sldMk cId="0" sldId="281"/>
            <ac:spMk id="19" creationId="{F2A92EE2-10FC-3696-DF7E-D2EEFBC5F016}"/>
          </ac:spMkLst>
        </pc:spChg>
        <pc:spChg chg="add mod">
          <ac:chgData name="Fernandez Franco Juan Guillermo" userId="dc53cc7b-944a-45c8-95d3-c12113b67b3b" providerId="ADAL" clId="{DF8F2E96-15C7-431C-A136-3AAE6867603D}" dt="2026-05-19T21:03:06.131" v="1857" actId="20577"/>
          <ac:spMkLst>
            <pc:docMk/>
            <pc:sldMk cId="0" sldId="281"/>
            <ac:spMk id="22" creationId="{0859EEAC-52E4-DCC1-1838-0156BCBCC966}"/>
          </ac:spMkLst>
        </pc:spChg>
        <pc:spChg chg="add mod">
          <ac:chgData name="Fernandez Franco Juan Guillermo" userId="dc53cc7b-944a-45c8-95d3-c12113b67b3b" providerId="ADAL" clId="{DF8F2E96-15C7-431C-A136-3AAE6867603D}" dt="2026-05-19T21:02:55.906" v="1853" actId="20577"/>
          <ac:spMkLst>
            <pc:docMk/>
            <pc:sldMk cId="0" sldId="281"/>
            <ac:spMk id="23" creationId="{0500B4DC-F5B7-F51C-13D0-2350BB863AEE}"/>
          </ac:spMkLst>
        </pc:spChg>
        <pc:spChg chg="add mod">
          <ac:chgData name="Fernandez Franco Juan Guillermo" userId="dc53cc7b-944a-45c8-95d3-c12113b67b3b" providerId="ADAL" clId="{DF8F2E96-15C7-431C-A136-3AAE6867603D}" dt="2026-05-19T21:14:56.714" v="1952" actId="1076"/>
          <ac:spMkLst>
            <pc:docMk/>
            <pc:sldMk cId="0" sldId="281"/>
            <ac:spMk id="30" creationId="{9E55645C-AAE3-59E9-7B75-860CB1705D2D}"/>
          </ac:spMkLst>
        </pc:spChg>
        <pc:spChg chg="add mod">
          <ac:chgData name="Fernandez Franco Juan Guillermo" userId="dc53cc7b-944a-45c8-95d3-c12113b67b3b" providerId="ADAL" clId="{DF8F2E96-15C7-431C-A136-3AAE6867603D}" dt="2026-05-19T21:15:17.738" v="1961" actId="1076"/>
          <ac:spMkLst>
            <pc:docMk/>
            <pc:sldMk cId="0" sldId="281"/>
            <ac:spMk id="31" creationId="{D53A4FF9-D335-BEC9-3926-85A642F452E6}"/>
          </ac:spMkLst>
        </pc:spChg>
        <pc:grpChg chg="del">
          <ac:chgData name="Fernandez Franco Juan Guillermo" userId="dc53cc7b-944a-45c8-95d3-c12113b67b3b" providerId="ADAL" clId="{DF8F2E96-15C7-431C-A136-3AAE6867603D}" dt="2026-05-19T20:01:16.479" v="1668" actId="478"/>
          <ac:grpSpMkLst>
            <pc:docMk/>
            <pc:sldMk cId="0" sldId="281"/>
            <ac:grpSpMk id="10" creationId="{00000000-0000-0000-0000-000000000000}"/>
          </ac:grpSpMkLst>
        </pc:grpChg>
        <pc:picChg chg="del">
          <ac:chgData name="Fernandez Franco Juan Guillermo" userId="dc53cc7b-944a-45c8-95d3-c12113b67b3b" providerId="ADAL" clId="{DF8F2E96-15C7-431C-A136-3AAE6867603D}" dt="2026-05-19T20:01:17.194" v="1669" actId="478"/>
          <ac:picMkLst>
            <pc:docMk/>
            <pc:sldMk cId="0" sldId="281"/>
            <ac:picMk id="8" creationId="{00000000-0000-0000-0000-000000000000}"/>
          </ac:picMkLst>
        </pc:picChg>
        <pc:picChg chg="del">
          <ac:chgData name="Fernandez Franco Juan Guillermo" userId="dc53cc7b-944a-45c8-95d3-c12113b67b3b" providerId="ADAL" clId="{DF8F2E96-15C7-431C-A136-3AAE6867603D}" dt="2026-05-19T20:01:17.890" v="1670" actId="478"/>
          <ac:picMkLst>
            <pc:docMk/>
            <pc:sldMk cId="0" sldId="281"/>
            <ac:picMk id="9" creationId="{00000000-0000-0000-0000-000000000000}"/>
          </ac:picMkLst>
        </pc:picChg>
        <pc:picChg chg="add mod">
          <ac:chgData name="Fernandez Franco Juan Guillermo" userId="dc53cc7b-944a-45c8-95d3-c12113b67b3b" providerId="ADAL" clId="{DF8F2E96-15C7-431C-A136-3AAE6867603D}" dt="2026-05-19T20:01:31.869" v="1677" actId="1076"/>
          <ac:picMkLst>
            <pc:docMk/>
            <pc:sldMk cId="0" sldId="281"/>
            <ac:picMk id="17" creationId="{66C1849A-365C-5934-84F7-A93460BBC5A6}"/>
          </ac:picMkLst>
        </pc:picChg>
        <pc:picChg chg="add mod">
          <ac:chgData name="Fernandez Franco Juan Guillermo" userId="dc53cc7b-944a-45c8-95d3-c12113b67b3b" providerId="ADAL" clId="{DF8F2E96-15C7-431C-A136-3AAE6867603D}" dt="2026-05-19T21:02:24.073" v="1845" actId="14100"/>
          <ac:picMkLst>
            <pc:docMk/>
            <pc:sldMk cId="0" sldId="281"/>
            <ac:picMk id="21" creationId="{2E27E267-07D4-8A7F-5A12-1C82B7053808}"/>
          </ac:picMkLst>
        </pc:picChg>
        <pc:picChg chg="add mod">
          <ac:chgData name="Fernandez Franco Juan Guillermo" userId="dc53cc7b-944a-45c8-95d3-c12113b67b3b" providerId="ADAL" clId="{DF8F2E96-15C7-431C-A136-3AAE6867603D}" dt="2026-05-19T21:13:49.301" v="1876" actId="1076"/>
          <ac:picMkLst>
            <pc:docMk/>
            <pc:sldMk cId="0" sldId="281"/>
            <ac:picMk id="25" creationId="{54F5ED69-3342-0755-16E0-ED03709DCB12}"/>
          </ac:picMkLst>
        </pc:picChg>
        <pc:picChg chg="add mod">
          <ac:chgData name="Fernandez Franco Juan Guillermo" userId="dc53cc7b-944a-45c8-95d3-c12113b67b3b" providerId="ADAL" clId="{DF8F2E96-15C7-431C-A136-3AAE6867603D}" dt="2026-05-19T21:15:21.874" v="1962" actId="1076"/>
          <ac:picMkLst>
            <pc:docMk/>
            <pc:sldMk cId="0" sldId="281"/>
            <ac:picMk id="27" creationId="{DCF91403-1F9B-A682-3426-0FFB5B563D57}"/>
          </ac:picMkLst>
        </pc:picChg>
        <pc:picChg chg="add del">
          <ac:chgData name="Fernandez Franco Juan Guillermo" userId="dc53cc7b-944a-45c8-95d3-c12113b67b3b" providerId="ADAL" clId="{DF8F2E96-15C7-431C-A136-3AAE6867603D}" dt="2026-05-19T21:14:04.198" v="1879" actId="478"/>
          <ac:picMkLst>
            <pc:docMk/>
            <pc:sldMk cId="0" sldId="281"/>
            <ac:picMk id="29" creationId="{224604CB-A1D7-F75B-0261-60A2B6E5B3C5}"/>
          </ac:picMkLst>
        </pc:picChg>
      </pc:sldChg>
      <pc:sldChg chg="modSp mod">
        <pc:chgData name="Fernandez Franco Juan Guillermo" userId="dc53cc7b-944a-45c8-95d3-c12113b67b3b" providerId="ADAL" clId="{DF8F2E96-15C7-431C-A136-3AAE6867603D}" dt="2026-05-19T22:25:28.820" v="2986" actId="113"/>
        <pc:sldMkLst>
          <pc:docMk/>
          <pc:sldMk cId="1009850371" sldId="287"/>
        </pc:sldMkLst>
        <pc:spChg chg="mod">
          <ac:chgData name="Fernandez Franco Juan Guillermo" userId="dc53cc7b-944a-45c8-95d3-c12113b67b3b" providerId="ADAL" clId="{DF8F2E96-15C7-431C-A136-3AAE6867603D}" dt="2026-05-19T22:25:28.820" v="2986" actId="113"/>
          <ac:spMkLst>
            <pc:docMk/>
            <pc:sldMk cId="1009850371" sldId="287"/>
            <ac:spMk id="10" creationId="{E95946DB-266F-7504-ED4D-B20759251D5B}"/>
          </ac:spMkLst>
        </pc:spChg>
        <pc:spChg chg="mod">
          <ac:chgData name="Fernandez Franco Juan Guillermo" userId="dc53cc7b-944a-45c8-95d3-c12113b67b3b" providerId="ADAL" clId="{DF8F2E96-15C7-431C-A136-3AAE6867603D}" dt="2026-05-19T22:25:21.056" v="2985" actId="1076"/>
          <ac:spMkLst>
            <pc:docMk/>
            <pc:sldMk cId="1009850371" sldId="287"/>
            <ac:spMk id="11" creationId="{1384D952-DB09-FB1F-C89C-D9B3E7139B2F}"/>
          </ac:spMkLst>
        </pc:spChg>
        <pc:graphicFrameChg chg="mod">
          <ac:chgData name="Fernandez Franco Juan Guillermo" userId="dc53cc7b-944a-45c8-95d3-c12113b67b3b" providerId="ADAL" clId="{DF8F2E96-15C7-431C-A136-3AAE6867603D}" dt="2026-05-19T22:12:01.329" v="2553" actId="1037"/>
          <ac:graphicFrameMkLst>
            <pc:docMk/>
            <pc:sldMk cId="1009850371" sldId="287"/>
            <ac:graphicFrameMk id="15" creationId="{6EB7AB8C-250E-B8FA-25D1-61F981117A75}"/>
          </ac:graphicFrameMkLst>
        </pc:graphicFrameChg>
        <pc:graphicFrameChg chg="mod">
          <ac:chgData name="Fernandez Franco Juan Guillermo" userId="dc53cc7b-944a-45c8-95d3-c12113b67b3b" providerId="ADAL" clId="{DF8F2E96-15C7-431C-A136-3AAE6867603D}" dt="2026-05-19T22:25:09.502" v="2983" actId="1035"/>
          <ac:graphicFrameMkLst>
            <pc:docMk/>
            <pc:sldMk cId="1009850371" sldId="287"/>
            <ac:graphicFrameMk id="52" creationId="{C4750A01-4A25-B74C-FC09-0AEE1CEC0D17}"/>
          </ac:graphicFrameMkLst>
        </pc:graphicFrameChg>
        <pc:picChg chg="mod">
          <ac:chgData name="Fernandez Franco Juan Guillermo" userId="dc53cc7b-944a-45c8-95d3-c12113b67b3b" providerId="ADAL" clId="{DF8F2E96-15C7-431C-A136-3AAE6867603D}" dt="2026-05-19T22:12:01.329" v="2553" actId="1037"/>
          <ac:picMkLst>
            <pc:docMk/>
            <pc:sldMk cId="1009850371" sldId="287"/>
            <ac:picMk id="54" creationId="{B62C28BE-4A98-72F7-FBCD-832BB3553234}"/>
          </ac:picMkLst>
        </pc:picChg>
        <pc:picChg chg="mod">
          <ac:chgData name="Fernandez Franco Juan Guillermo" userId="dc53cc7b-944a-45c8-95d3-c12113b67b3b" providerId="ADAL" clId="{DF8F2E96-15C7-431C-A136-3AAE6867603D}" dt="2026-05-19T22:25:09.502" v="2983" actId="1035"/>
          <ac:picMkLst>
            <pc:docMk/>
            <pc:sldMk cId="1009850371" sldId="287"/>
            <ac:picMk id="56" creationId="{6A6F80DC-E1BE-9E35-7ACF-106B71FB34CA}"/>
          </ac:picMkLst>
        </pc:picChg>
        <pc:picChg chg="mod">
          <ac:chgData name="Fernandez Franco Juan Guillermo" userId="dc53cc7b-944a-45c8-95d3-c12113b67b3b" providerId="ADAL" clId="{DF8F2E96-15C7-431C-A136-3AAE6867603D}" dt="2026-05-19T22:25:09.502" v="2983" actId="1035"/>
          <ac:picMkLst>
            <pc:docMk/>
            <pc:sldMk cId="1009850371" sldId="287"/>
            <ac:picMk id="57" creationId="{820DA5C3-C8E4-F09D-1961-AE40E99E6EBA}"/>
          </ac:picMkLst>
        </pc:picChg>
      </pc:sldChg>
      <pc:sldChg chg="addSp delSp modSp mod">
        <pc:chgData name="Fernandez Franco Juan Guillermo" userId="dc53cc7b-944a-45c8-95d3-c12113b67b3b" providerId="ADAL" clId="{DF8F2E96-15C7-431C-A136-3AAE6867603D}" dt="2026-05-19T22:26:01.907" v="2992" actId="1076"/>
        <pc:sldMkLst>
          <pc:docMk/>
          <pc:sldMk cId="2995253109" sldId="288"/>
        </pc:sldMkLst>
        <pc:spChg chg="mod">
          <ac:chgData name="Fernandez Franco Juan Guillermo" userId="dc53cc7b-944a-45c8-95d3-c12113b67b3b" providerId="ADAL" clId="{DF8F2E96-15C7-431C-A136-3AAE6867603D}" dt="2026-05-19T22:25:44.713" v="2989" actId="1076"/>
          <ac:spMkLst>
            <pc:docMk/>
            <pc:sldMk cId="2995253109" sldId="288"/>
            <ac:spMk id="10" creationId="{4F9CEEE9-724C-66E9-E333-A14B541EB132}"/>
          </ac:spMkLst>
        </pc:spChg>
        <pc:spChg chg="mod">
          <ac:chgData name="Fernandez Franco Juan Guillermo" userId="dc53cc7b-944a-45c8-95d3-c12113b67b3b" providerId="ADAL" clId="{DF8F2E96-15C7-431C-A136-3AAE6867603D}" dt="2026-05-19T22:26:01.907" v="2992" actId="1076"/>
          <ac:spMkLst>
            <pc:docMk/>
            <pc:sldMk cId="2995253109" sldId="288"/>
            <ac:spMk id="11" creationId="{34D5586E-77CB-6A7E-D09C-B71771DB00ED}"/>
          </ac:spMkLst>
        </pc:spChg>
        <pc:spChg chg="mod">
          <ac:chgData name="Fernandez Franco Juan Guillermo" userId="dc53cc7b-944a-45c8-95d3-c12113b67b3b" providerId="ADAL" clId="{DF8F2E96-15C7-431C-A136-3AAE6867603D}" dt="2026-05-19T22:19:44.742" v="2949" actId="1035"/>
          <ac:spMkLst>
            <pc:docMk/>
            <pc:sldMk cId="2995253109" sldId="288"/>
            <ac:spMk id="45" creationId="{0EF53678-9CE2-EE38-4F4B-1853126BCEEA}"/>
          </ac:spMkLst>
        </pc:spChg>
        <pc:spChg chg="mod">
          <ac:chgData name="Fernandez Franco Juan Guillermo" userId="dc53cc7b-944a-45c8-95d3-c12113b67b3b" providerId="ADAL" clId="{DF8F2E96-15C7-431C-A136-3AAE6867603D}" dt="2026-05-19T22:19:44.742" v="2949" actId="1035"/>
          <ac:spMkLst>
            <pc:docMk/>
            <pc:sldMk cId="2995253109" sldId="288"/>
            <ac:spMk id="50" creationId="{FD23A90B-2F70-79B5-89D3-73059FFD7B67}"/>
          </ac:spMkLst>
        </pc:spChg>
        <pc:grpChg chg="mod">
          <ac:chgData name="Fernandez Franco Juan Guillermo" userId="dc53cc7b-944a-45c8-95d3-c12113b67b3b" providerId="ADAL" clId="{DF8F2E96-15C7-431C-A136-3AAE6867603D}" dt="2026-05-19T22:21:05.926" v="2960" actId="1076"/>
          <ac:grpSpMkLst>
            <pc:docMk/>
            <pc:sldMk cId="2995253109" sldId="288"/>
            <ac:grpSpMk id="46" creationId="{8A60315A-DDD4-5BDD-20D1-BEF6FFFD0CB4}"/>
          </ac:grpSpMkLst>
        </pc:grpChg>
        <pc:grpChg chg="mod">
          <ac:chgData name="Fernandez Franco Juan Guillermo" userId="dc53cc7b-944a-45c8-95d3-c12113b67b3b" providerId="ADAL" clId="{DF8F2E96-15C7-431C-A136-3AAE6867603D}" dt="2026-05-19T22:19:44.742" v="2949" actId="1035"/>
          <ac:grpSpMkLst>
            <pc:docMk/>
            <pc:sldMk cId="2995253109" sldId="288"/>
            <ac:grpSpMk id="51" creationId="{81A45993-EAAE-CC60-1662-D9218332E711}"/>
          </ac:grpSpMkLst>
        </pc:grpChg>
        <pc:graphicFrameChg chg="mod modGraphic">
          <ac:chgData name="Fernandez Franco Juan Guillermo" userId="dc53cc7b-944a-45c8-95d3-c12113b67b3b" providerId="ADAL" clId="{DF8F2E96-15C7-431C-A136-3AAE6867603D}" dt="2026-05-19T21:59:41.600" v="2481" actId="14734"/>
          <ac:graphicFrameMkLst>
            <pc:docMk/>
            <pc:sldMk cId="2995253109" sldId="288"/>
            <ac:graphicFrameMk id="2" creationId="{13D5BBE3-C98F-BD95-F775-F35E76312F29}"/>
          </ac:graphicFrameMkLst>
        </pc:graphicFrameChg>
        <pc:graphicFrameChg chg="mod modGraphic">
          <ac:chgData name="Fernandez Franco Juan Guillermo" userId="dc53cc7b-944a-45c8-95d3-c12113b67b3b" providerId="ADAL" clId="{DF8F2E96-15C7-431C-A136-3AAE6867603D}" dt="2026-05-19T22:02:33.414" v="2523" actId="242"/>
          <ac:graphicFrameMkLst>
            <pc:docMk/>
            <pc:sldMk cId="2995253109" sldId="288"/>
            <ac:graphicFrameMk id="3" creationId="{12B37C85-8D05-EAF3-5A1C-EEEF87E114F8}"/>
          </ac:graphicFrameMkLst>
        </pc:graphicFrameChg>
        <pc:graphicFrameChg chg="add mod">
          <ac:chgData name="Fernandez Franco Juan Guillermo" userId="dc53cc7b-944a-45c8-95d3-c12113b67b3b" providerId="ADAL" clId="{DF8F2E96-15C7-431C-A136-3AAE6867603D}" dt="2026-05-19T21:58:51.039" v="2470"/>
          <ac:graphicFrameMkLst>
            <pc:docMk/>
            <pc:sldMk cId="2995253109" sldId="288"/>
            <ac:graphicFrameMk id="12" creationId="{C164392E-587F-19D1-9058-C3D71DD4B5BE}"/>
          </ac:graphicFrameMkLst>
        </pc:graphicFrameChg>
        <pc:graphicFrameChg chg="add mod">
          <ac:chgData name="Fernandez Franco Juan Guillermo" userId="dc53cc7b-944a-45c8-95d3-c12113b67b3b" providerId="ADAL" clId="{DF8F2E96-15C7-431C-A136-3AAE6867603D}" dt="2026-05-19T21:59:02.120" v="2473"/>
          <ac:graphicFrameMkLst>
            <pc:docMk/>
            <pc:sldMk cId="2995253109" sldId="288"/>
            <ac:graphicFrameMk id="15" creationId="{2983CC30-985B-C6E5-CA76-7EB311E15213}"/>
          </ac:graphicFrameMkLst>
        </pc:graphicFrameChg>
        <pc:graphicFrameChg chg="mod modGraphic">
          <ac:chgData name="Fernandez Franco Juan Guillermo" userId="dc53cc7b-944a-45c8-95d3-c12113b67b3b" providerId="ADAL" clId="{DF8F2E96-15C7-431C-A136-3AAE6867603D}" dt="2026-05-19T22:01:47.110" v="2513" actId="14734"/>
          <ac:graphicFrameMkLst>
            <pc:docMk/>
            <pc:sldMk cId="2995253109" sldId="288"/>
            <ac:graphicFrameMk id="25" creationId="{26E1BFA6-3992-757E-E5B5-917B9DDAE42E}"/>
          </ac:graphicFrameMkLst>
        </pc:graphicFrameChg>
        <pc:graphicFrameChg chg="mod modGraphic">
          <ac:chgData name="Fernandez Franco Juan Guillermo" userId="dc53cc7b-944a-45c8-95d3-c12113b67b3b" providerId="ADAL" clId="{DF8F2E96-15C7-431C-A136-3AAE6867603D}" dt="2026-05-19T22:02:24.847" v="2522" actId="242"/>
          <ac:graphicFrameMkLst>
            <pc:docMk/>
            <pc:sldMk cId="2995253109" sldId="288"/>
            <ac:graphicFrameMk id="29" creationId="{1A1746E7-5EE7-7772-7096-B54DF5B13E52}"/>
          </ac:graphicFrameMkLst>
        </pc:graphicFrameChg>
        <pc:picChg chg="add mod">
          <ac:chgData name="Fernandez Franco Juan Guillermo" userId="dc53cc7b-944a-45c8-95d3-c12113b67b3b" providerId="ADAL" clId="{DF8F2E96-15C7-431C-A136-3AAE6867603D}" dt="2026-05-19T22:09:27.285" v="2538" actId="1036"/>
          <ac:picMkLst>
            <pc:docMk/>
            <pc:sldMk cId="2995253109" sldId="288"/>
            <ac:picMk id="21" creationId="{E2082F10-CA2D-EF50-46D3-1E2DE12556F7}"/>
          </ac:picMkLst>
        </pc:picChg>
        <pc:picChg chg="add mod">
          <ac:chgData name="Fernandez Franco Juan Guillermo" userId="dc53cc7b-944a-45c8-95d3-c12113b67b3b" providerId="ADAL" clId="{DF8F2E96-15C7-431C-A136-3AAE6867603D}" dt="2026-05-19T22:09:17.215" v="2535" actId="1076"/>
          <ac:picMkLst>
            <pc:docMk/>
            <pc:sldMk cId="2995253109" sldId="288"/>
            <ac:picMk id="22" creationId="{F7DA809E-153C-4511-94FC-403238DD7FA3}"/>
          </ac:picMkLst>
        </pc:picChg>
        <pc:picChg chg="mod">
          <ac:chgData name="Fernandez Franco Juan Guillermo" userId="dc53cc7b-944a-45c8-95d3-c12113b67b3b" providerId="ADAL" clId="{DF8F2E96-15C7-431C-A136-3AAE6867603D}" dt="2026-05-19T22:09:04.041" v="2532" actId="196"/>
          <ac:picMkLst>
            <pc:docMk/>
            <pc:sldMk cId="2995253109" sldId="288"/>
            <ac:picMk id="30" creationId="{0AD60B91-B70C-BBB8-8BE7-438840E6F670}"/>
          </ac:picMkLst>
        </pc:picChg>
        <pc:picChg chg="mod">
          <ac:chgData name="Fernandez Franco Juan Guillermo" userId="dc53cc7b-944a-45c8-95d3-c12113b67b3b" providerId="ADAL" clId="{DF8F2E96-15C7-431C-A136-3AAE6867603D}" dt="2026-05-19T22:09:09.032" v="2533" actId="196"/>
          <ac:picMkLst>
            <pc:docMk/>
            <pc:sldMk cId="2995253109" sldId="288"/>
            <ac:picMk id="31" creationId="{1D1936C6-343F-EA16-73C9-F4D0296CBC53}"/>
          </ac:picMkLst>
        </pc:picChg>
        <pc:picChg chg="mod">
          <ac:chgData name="Fernandez Franco Juan Guillermo" userId="dc53cc7b-944a-45c8-95d3-c12113b67b3b" providerId="ADAL" clId="{DF8F2E96-15C7-431C-A136-3AAE6867603D}" dt="2026-05-19T22:21:12.631" v="2961" actId="1076"/>
          <ac:picMkLst>
            <pc:docMk/>
            <pc:sldMk cId="2995253109" sldId="288"/>
            <ac:picMk id="42" creationId="{F745A34F-43DA-6A46-6069-3CAACB45F518}"/>
          </ac:picMkLst>
        </pc:picChg>
        <pc:picChg chg="mod">
          <ac:chgData name="Fernandez Franco Juan Guillermo" userId="dc53cc7b-944a-45c8-95d3-c12113b67b3b" providerId="ADAL" clId="{DF8F2E96-15C7-431C-A136-3AAE6867603D}" dt="2026-05-19T22:19:44.742" v="2949" actId="1035"/>
          <ac:picMkLst>
            <pc:docMk/>
            <pc:sldMk cId="2995253109" sldId="288"/>
            <ac:picMk id="44" creationId="{4D631A8B-2143-6DA9-5190-B31ACBDD19DB}"/>
          </ac:picMkLst>
        </pc:picChg>
        <pc:picChg chg="mod">
          <ac:chgData name="Fernandez Franco Juan Guillermo" userId="dc53cc7b-944a-45c8-95d3-c12113b67b3b" providerId="ADAL" clId="{DF8F2E96-15C7-431C-A136-3AAE6867603D}" dt="2026-05-19T22:20:51.174" v="2959" actId="14100"/>
          <ac:picMkLst>
            <pc:docMk/>
            <pc:sldMk cId="2995253109" sldId="288"/>
            <ac:picMk id="47" creationId="{7A00C109-8D71-A293-0ACE-37F3A18CD497}"/>
          </ac:picMkLst>
        </pc:picChg>
        <pc:picChg chg="mod">
          <ac:chgData name="Fernandez Franco Juan Guillermo" userId="dc53cc7b-944a-45c8-95d3-c12113b67b3b" providerId="ADAL" clId="{DF8F2E96-15C7-431C-A136-3AAE6867603D}" dt="2026-05-19T22:20:43.333" v="2958" actId="14100"/>
          <ac:picMkLst>
            <pc:docMk/>
            <pc:sldMk cId="2995253109" sldId="288"/>
            <ac:picMk id="49" creationId="{C36180F5-BB1F-B141-8873-A5412373DC2B}"/>
          </ac:picMkLst>
        </pc:picChg>
        <pc:picChg chg="mod">
          <ac:chgData name="Fernandez Franco Juan Guillermo" userId="dc53cc7b-944a-45c8-95d3-c12113b67b3b" providerId="ADAL" clId="{DF8F2E96-15C7-431C-A136-3AAE6867603D}" dt="2026-05-19T22:21:30.303" v="2963" actId="14100"/>
          <ac:picMkLst>
            <pc:docMk/>
            <pc:sldMk cId="2995253109" sldId="288"/>
            <ac:picMk id="52" creationId="{2684CC9D-D854-1E6D-A870-F27F196CC7FD}"/>
          </ac:picMkLst>
        </pc:picChg>
        <pc:picChg chg="mod">
          <ac:chgData name="Fernandez Franco Juan Guillermo" userId="dc53cc7b-944a-45c8-95d3-c12113b67b3b" providerId="ADAL" clId="{DF8F2E96-15C7-431C-A136-3AAE6867603D}" dt="2026-05-19T22:21:25.486" v="2962" actId="14100"/>
          <ac:picMkLst>
            <pc:docMk/>
            <pc:sldMk cId="2995253109" sldId="288"/>
            <ac:picMk id="54" creationId="{25051FB1-54F1-DBA5-41D1-61AC595BDCA7}"/>
          </ac:picMkLst>
        </pc:picChg>
        <pc:picChg chg="del">
          <ac:chgData name="Fernandez Franco Juan Guillermo" userId="dc53cc7b-944a-45c8-95d3-c12113b67b3b" providerId="ADAL" clId="{DF8F2E96-15C7-431C-A136-3AAE6867603D}" dt="2026-05-19T21:59:13.150" v="2476" actId="478"/>
          <ac:picMkLst>
            <pc:docMk/>
            <pc:sldMk cId="2995253109" sldId="288"/>
            <ac:picMk id="55" creationId="{522F75AA-4695-2F1D-B750-68846C0E093F}"/>
          </ac:picMkLst>
        </pc:picChg>
        <pc:picChg chg="del mod">
          <ac:chgData name="Fernandez Franco Juan Guillermo" userId="dc53cc7b-944a-45c8-95d3-c12113b67b3b" providerId="ADAL" clId="{DF8F2E96-15C7-431C-A136-3AAE6867603D}" dt="2026-05-19T21:59:10.987" v="2475" actId="478"/>
          <ac:picMkLst>
            <pc:docMk/>
            <pc:sldMk cId="2995253109" sldId="288"/>
            <ac:picMk id="56" creationId="{81A50072-B44E-4E31-65B1-09A85010F5E8}"/>
          </ac:picMkLst>
        </pc:picChg>
        <pc:picChg chg="mod">
          <ac:chgData name="Fernandez Franco Juan Guillermo" userId="dc53cc7b-944a-45c8-95d3-c12113b67b3b" providerId="ADAL" clId="{DF8F2E96-15C7-431C-A136-3AAE6867603D}" dt="2026-05-19T22:11:44.065" v="2548" actId="196"/>
          <ac:picMkLst>
            <pc:docMk/>
            <pc:sldMk cId="2995253109" sldId="288"/>
            <ac:picMk id="58" creationId="{F0F7D497-F9C3-4EBB-5656-B23D8474B685}"/>
          </ac:picMkLst>
        </pc:picChg>
      </pc:sldChg>
      <pc:sldChg chg="delSp modSp mod">
        <pc:chgData name="Fernandez Franco Juan Guillermo" userId="dc53cc7b-944a-45c8-95d3-c12113b67b3b" providerId="ADAL" clId="{DF8F2E96-15C7-431C-A136-3AAE6867603D}" dt="2026-05-19T22:26:28.956" v="2993" actId="108"/>
        <pc:sldMkLst>
          <pc:docMk/>
          <pc:sldMk cId="199744116" sldId="289"/>
        </pc:sldMkLst>
        <pc:spChg chg="mod">
          <ac:chgData name="Fernandez Franco Juan Guillermo" userId="dc53cc7b-944a-45c8-95d3-c12113b67b3b" providerId="ADAL" clId="{DF8F2E96-15C7-431C-A136-3AAE6867603D}" dt="2026-05-19T22:26:28.956" v="2993" actId="108"/>
          <ac:spMkLst>
            <pc:docMk/>
            <pc:sldMk cId="199744116" sldId="289"/>
            <ac:spMk id="8" creationId="{6BA49746-8C23-814C-ACD7-4702E83ACF00}"/>
          </ac:spMkLst>
        </pc:spChg>
        <pc:spChg chg="del">
          <ac:chgData name="Fernandez Franco Juan Guillermo" userId="dc53cc7b-944a-45c8-95d3-c12113b67b3b" providerId="ADAL" clId="{DF8F2E96-15C7-431C-A136-3AAE6867603D}" dt="2026-05-19T22:19:11.296" v="2944" actId="478"/>
          <ac:spMkLst>
            <pc:docMk/>
            <pc:sldMk cId="199744116" sldId="289"/>
            <ac:spMk id="9" creationId="{0E7ED384-93BC-90F9-C26E-B3A8689EAA45}"/>
          </ac:spMkLst>
        </pc:spChg>
        <pc:graphicFrameChg chg="mod">
          <ac:chgData name="Fernandez Franco Juan Guillermo" userId="dc53cc7b-944a-45c8-95d3-c12113b67b3b" providerId="ADAL" clId="{DF8F2E96-15C7-431C-A136-3AAE6867603D}" dt="2026-05-19T21:54:46.057" v="2444" actId="1038"/>
          <ac:graphicFrameMkLst>
            <pc:docMk/>
            <pc:sldMk cId="199744116" sldId="289"/>
            <ac:graphicFrameMk id="26" creationId="{C5246B60-E2E1-2880-E2AD-09AF573E7B90}"/>
          </ac:graphicFrameMkLst>
        </pc:graphicFrameChg>
        <pc:picChg chg="mod">
          <ac:chgData name="Fernandez Franco Juan Guillermo" userId="dc53cc7b-944a-45c8-95d3-c12113b67b3b" providerId="ADAL" clId="{DF8F2E96-15C7-431C-A136-3AAE6867603D}" dt="2026-05-19T21:54:46.057" v="2444" actId="1038"/>
          <ac:picMkLst>
            <pc:docMk/>
            <pc:sldMk cId="199744116" sldId="289"/>
            <ac:picMk id="46" creationId="{DC182E8E-C1AB-4AC4-C0CA-998C58AEB286}"/>
          </ac:picMkLst>
        </pc:picChg>
        <pc:picChg chg="mod">
          <ac:chgData name="Fernandez Franco Juan Guillermo" userId="dc53cc7b-944a-45c8-95d3-c12113b67b3b" providerId="ADAL" clId="{DF8F2E96-15C7-431C-A136-3AAE6867603D}" dt="2026-05-19T21:54:46.057" v="2444" actId="1038"/>
          <ac:picMkLst>
            <pc:docMk/>
            <pc:sldMk cId="199744116" sldId="289"/>
            <ac:picMk id="47" creationId="{802A58E7-2A76-B669-D105-E0F872C494B9}"/>
          </ac:picMkLst>
        </pc:picChg>
        <pc:picChg chg="mod">
          <ac:chgData name="Fernandez Franco Juan Guillermo" userId="dc53cc7b-944a-45c8-95d3-c12113b67b3b" providerId="ADAL" clId="{DF8F2E96-15C7-431C-A136-3AAE6867603D}" dt="2026-05-19T21:54:46.057" v="2444" actId="1038"/>
          <ac:picMkLst>
            <pc:docMk/>
            <pc:sldMk cId="199744116" sldId="289"/>
            <ac:picMk id="48" creationId="{509976EC-6E24-291C-5CD0-3D6609824E80}"/>
          </ac:picMkLst>
        </pc:picChg>
        <pc:picChg chg="mod">
          <ac:chgData name="Fernandez Franco Juan Guillermo" userId="dc53cc7b-944a-45c8-95d3-c12113b67b3b" providerId="ADAL" clId="{DF8F2E96-15C7-431C-A136-3AAE6867603D}" dt="2026-05-19T21:54:46.057" v="2444" actId="1038"/>
          <ac:picMkLst>
            <pc:docMk/>
            <pc:sldMk cId="199744116" sldId="289"/>
            <ac:picMk id="50" creationId="{DFBCFBFF-AF7A-2D9B-B419-44D0399C5C3B}"/>
          </ac:picMkLst>
        </pc:picChg>
        <pc:picChg chg="mod">
          <ac:chgData name="Fernandez Franco Juan Guillermo" userId="dc53cc7b-944a-45c8-95d3-c12113b67b3b" providerId="ADAL" clId="{DF8F2E96-15C7-431C-A136-3AAE6867603D}" dt="2026-05-19T21:54:46.057" v="2444" actId="1038"/>
          <ac:picMkLst>
            <pc:docMk/>
            <pc:sldMk cId="199744116" sldId="289"/>
            <ac:picMk id="51" creationId="{78F1269E-1489-7F7D-1783-F8917CBD8838}"/>
          </ac:picMkLst>
        </pc:picChg>
        <pc:picChg chg="mod">
          <ac:chgData name="Fernandez Franco Juan Guillermo" userId="dc53cc7b-944a-45c8-95d3-c12113b67b3b" providerId="ADAL" clId="{DF8F2E96-15C7-431C-A136-3AAE6867603D}" dt="2026-05-19T21:54:46.057" v="2444" actId="1038"/>
          <ac:picMkLst>
            <pc:docMk/>
            <pc:sldMk cId="199744116" sldId="289"/>
            <ac:picMk id="52" creationId="{62F35A3B-7409-CBCC-5D90-2D97C1103F5C}"/>
          </ac:picMkLst>
        </pc:picChg>
        <pc:picChg chg="mod">
          <ac:chgData name="Fernandez Franco Juan Guillermo" userId="dc53cc7b-944a-45c8-95d3-c12113b67b3b" providerId="ADAL" clId="{DF8F2E96-15C7-431C-A136-3AAE6867603D}" dt="2026-05-19T21:54:46.057" v="2444" actId="1038"/>
          <ac:picMkLst>
            <pc:docMk/>
            <pc:sldMk cId="199744116" sldId="289"/>
            <ac:picMk id="53" creationId="{2F73B563-2DB0-2DBB-668D-FBE4EA7BF77C}"/>
          </ac:picMkLst>
        </pc:picChg>
        <pc:picChg chg="mod">
          <ac:chgData name="Fernandez Franco Juan Guillermo" userId="dc53cc7b-944a-45c8-95d3-c12113b67b3b" providerId="ADAL" clId="{DF8F2E96-15C7-431C-A136-3AAE6867603D}" dt="2026-05-19T21:54:46.057" v="2444" actId="1038"/>
          <ac:picMkLst>
            <pc:docMk/>
            <pc:sldMk cId="199744116" sldId="289"/>
            <ac:picMk id="54" creationId="{C175CDE4-6EB3-618C-76F0-B504C293F575}"/>
          </ac:picMkLst>
        </pc:picChg>
      </pc:sldChg>
      <pc:sldChg chg="addSp delSp modSp mod">
        <pc:chgData name="Fernandez Franco Juan Guillermo" userId="dc53cc7b-944a-45c8-95d3-c12113b67b3b" providerId="ADAL" clId="{DF8F2E96-15C7-431C-A136-3AAE6867603D}" dt="2026-05-19T22:27:11.926" v="2997" actId="108"/>
        <pc:sldMkLst>
          <pc:docMk/>
          <pc:sldMk cId="2987168631" sldId="290"/>
        </pc:sldMkLst>
        <pc:spChg chg="add mod">
          <ac:chgData name="Fernandez Franco Juan Guillermo" userId="dc53cc7b-944a-45c8-95d3-c12113b67b3b" providerId="ADAL" clId="{DF8F2E96-15C7-431C-A136-3AAE6867603D}" dt="2026-05-19T21:20:08.457" v="1993"/>
          <ac:spMkLst>
            <pc:docMk/>
            <pc:sldMk cId="2987168631" sldId="290"/>
            <ac:spMk id="7" creationId="{8C24C6D7-C27C-53AF-8ECD-66EADC8D0D02}"/>
          </ac:spMkLst>
        </pc:spChg>
        <pc:spChg chg="add del mod">
          <ac:chgData name="Fernandez Franco Juan Guillermo" userId="dc53cc7b-944a-45c8-95d3-c12113b67b3b" providerId="ADAL" clId="{DF8F2E96-15C7-431C-A136-3AAE6867603D}" dt="2026-05-19T21:20:40.774" v="1997" actId="478"/>
          <ac:spMkLst>
            <pc:docMk/>
            <pc:sldMk cId="2987168631" sldId="290"/>
            <ac:spMk id="8" creationId="{0479FA53-B22F-90F1-CB06-AE3851321991}"/>
          </ac:spMkLst>
        </pc:spChg>
        <pc:spChg chg="add del mod">
          <ac:chgData name="Fernandez Franco Juan Guillermo" userId="dc53cc7b-944a-45c8-95d3-c12113b67b3b" providerId="ADAL" clId="{DF8F2E96-15C7-431C-A136-3AAE6867603D}" dt="2026-05-19T21:20:34.160" v="1996" actId="478"/>
          <ac:spMkLst>
            <pc:docMk/>
            <pc:sldMk cId="2987168631" sldId="290"/>
            <ac:spMk id="9" creationId="{4CA04E84-594F-0EEF-58A7-54BEB37D2CAE}"/>
          </ac:spMkLst>
        </pc:spChg>
        <pc:spChg chg="mod">
          <ac:chgData name="Fernandez Franco Juan Guillermo" userId="dc53cc7b-944a-45c8-95d3-c12113b67b3b" providerId="ADAL" clId="{DF8F2E96-15C7-431C-A136-3AAE6867603D}" dt="2026-05-19T22:27:11.926" v="2997" actId="108"/>
          <ac:spMkLst>
            <pc:docMk/>
            <pc:sldMk cId="2987168631" sldId="290"/>
            <ac:spMk id="11" creationId="{C24DD582-D134-5484-0813-4DED396D4010}"/>
          </ac:spMkLst>
        </pc:spChg>
        <pc:spChg chg="mod topLvl">
          <ac:chgData name="Fernandez Franco Juan Guillermo" userId="dc53cc7b-944a-45c8-95d3-c12113b67b3b" providerId="ADAL" clId="{DF8F2E96-15C7-431C-A136-3AAE6867603D}" dt="2026-05-19T21:37:17.268" v="2178" actId="1076"/>
          <ac:spMkLst>
            <pc:docMk/>
            <pc:sldMk cId="2987168631" sldId="290"/>
            <ac:spMk id="29" creationId="{CA09A7DB-3E5B-0508-ACD0-72385D6E0265}"/>
          </ac:spMkLst>
        </pc:spChg>
        <pc:spChg chg="mod">
          <ac:chgData name="Fernandez Franco Juan Guillermo" userId="dc53cc7b-944a-45c8-95d3-c12113b67b3b" providerId="ADAL" clId="{DF8F2E96-15C7-431C-A136-3AAE6867603D}" dt="2026-05-19T21:47:09.454" v="2258" actId="1076"/>
          <ac:spMkLst>
            <pc:docMk/>
            <pc:sldMk cId="2987168631" sldId="290"/>
            <ac:spMk id="30" creationId="{FFB73809-BA55-BDAB-1033-365F94195A5E}"/>
          </ac:spMkLst>
        </pc:spChg>
        <pc:spChg chg="add mod">
          <ac:chgData name="Fernandez Franco Juan Guillermo" userId="dc53cc7b-944a-45c8-95d3-c12113b67b3b" providerId="ADAL" clId="{DF8F2E96-15C7-431C-A136-3AAE6867603D}" dt="2026-05-19T21:46:45.117" v="2256" actId="1036"/>
          <ac:spMkLst>
            <pc:docMk/>
            <pc:sldMk cId="2987168631" sldId="290"/>
            <ac:spMk id="37" creationId="{2CED3FBA-ACFD-2BA6-AEB9-7236EFD6EEE1}"/>
          </ac:spMkLst>
        </pc:spChg>
        <pc:spChg chg="add mod">
          <ac:chgData name="Fernandez Franco Juan Guillermo" userId="dc53cc7b-944a-45c8-95d3-c12113b67b3b" providerId="ADAL" clId="{DF8F2E96-15C7-431C-A136-3AAE6867603D}" dt="2026-05-19T21:44:23.127" v="2181" actId="1076"/>
          <ac:spMkLst>
            <pc:docMk/>
            <pc:sldMk cId="2987168631" sldId="290"/>
            <ac:spMk id="38" creationId="{6BE43A20-7211-D4D1-FA13-6BBFC22518E1}"/>
          </ac:spMkLst>
        </pc:spChg>
        <pc:spChg chg="add mod">
          <ac:chgData name="Fernandez Franco Juan Guillermo" userId="dc53cc7b-944a-45c8-95d3-c12113b67b3b" providerId="ADAL" clId="{DF8F2E96-15C7-431C-A136-3AAE6867603D}" dt="2026-05-19T21:45:35.974" v="2197" actId="14100"/>
          <ac:spMkLst>
            <pc:docMk/>
            <pc:sldMk cId="2987168631" sldId="290"/>
            <ac:spMk id="39" creationId="{FDB2D7AC-4A26-EA93-1432-1C88E2D397D8}"/>
          </ac:spMkLst>
        </pc:spChg>
        <pc:spChg chg="add mod">
          <ac:chgData name="Fernandez Franco Juan Guillermo" userId="dc53cc7b-944a-45c8-95d3-c12113b67b3b" providerId="ADAL" clId="{DF8F2E96-15C7-431C-A136-3AAE6867603D}" dt="2026-05-19T21:45:30.876" v="2196" actId="14100"/>
          <ac:spMkLst>
            <pc:docMk/>
            <pc:sldMk cId="2987168631" sldId="290"/>
            <ac:spMk id="42" creationId="{D4D43AD4-87E9-C030-ED79-607FB33945D7}"/>
          </ac:spMkLst>
        </pc:spChg>
        <pc:spChg chg="del">
          <ac:chgData name="Fernandez Franco Juan Guillermo" userId="dc53cc7b-944a-45c8-95d3-c12113b67b3b" providerId="ADAL" clId="{DF8F2E96-15C7-431C-A136-3AAE6867603D}" dt="2026-05-19T21:17:30.384" v="1974" actId="478"/>
          <ac:spMkLst>
            <pc:docMk/>
            <pc:sldMk cId="2987168631" sldId="290"/>
            <ac:spMk id="49" creationId="{103FD7F6-4D0E-37CF-397E-648C3577F61A}"/>
          </ac:spMkLst>
        </pc:spChg>
        <pc:grpChg chg="add del mod">
          <ac:chgData name="Fernandez Franco Juan Guillermo" userId="dc53cc7b-944a-45c8-95d3-c12113b67b3b" providerId="ADAL" clId="{DF8F2E96-15C7-431C-A136-3AAE6867603D}" dt="2026-05-19T21:36:50.356" v="2174" actId="165"/>
          <ac:grpSpMkLst>
            <pc:docMk/>
            <pc:sldMk cId="2987168631" sldId="290"/>
            <ac:grpSpMk id="22" creationId="{8D9E5409-6562-7480-0F4E-D8D3576229E8}"/>
          </ac:grpSpMkLst>
        </pc:grpChg>
        <pc:grpChg chg="mod">
          <ac:chgData name="Fernandez Franco Juan Guillermo" userId="dc53cc7b-944a-45c8-95d3-c12113b67b3b" providerId="ADAL" clId="{DF8F2E96-15C7-431C-A136-3AAE6867603D}" dt="2026-05-19T21:32:28.756" v="2130" actId="1038"/>
          <ac:grpSpMkLst>
            <pc:docMk/>
            <pc:sldMk cId="2987168631" sldId="290"/>
            <ac:grpSpMk id="41" creationId="{1AA539EB-053A-DE58-0693-4C75197CC66A}"/>
          </ac:grpSpMkLst>
        </pc:grpChg>
        <pc:graphicFrameChg chg="mod modGraphic">
          <ac:chgData name="Fernandez Franco Juan Guillermo" userId="dc53cc7b-944a-45c8-95d3-c12113b67b3b" providerId="ADAL" clId="{DF8F2E96-15C7-431C-A136-3AAE6867603D}" dt="2026-05-19T21:29:34.872" v="2108" actId="1076"/>
          <ac:graphicFrameMkLst>
            <pc:docMk/>
            <pc:sldMk cId="2987168631" sldId="290"/>
            <ac:graphicFrameMk id="10" creationId="{0A140C30-7CEC-EFF5-D575-BB729AC1D6C6}"/>
          </ac:graphicFrameMkLst>
        </pc:graphicFrameChg>
        <pc:graphicFrameChg chg="add del mod">
          <ac:chgData name="Fernandez Franco Juan Guillermo" userId="dc53cc7b-944a-45c8-95d3-c12113b67b3b" providerId="ADAL" clId="{DF8F2E96-15C7-431C-A136-3AAE6867603D}" dt="2026-05-19T21:21:22.202" v="2000" actId="478"/>
          <ac:graphicFrameMkLst>
            <pc:docMk/>
            <pc:sldMk cId="2987168631" sldId="290"/>
            <ac:graphicFrameMk id="12" creationId="{5F100055-26D8-261A-0950-08CD76F3A330}"/>
          </ac:graphicFrameMkLst>
        </pc:graphicFrameChg>
        <pc:picChg chg="add mod">
          <ac:chgData name="Fernandez Franco Juan Guillermo" userId="dc53cc7b-944a-45c8-95d3-c12113b67b3b" providerId="ADAL" clId="{DF8F2E96-15C7-431C-A136-3AAE6867603D}" dt="2026-05-19T21:29:40.723" v="2112" actId="1038"/>
          <ac:picMkLst>
            <pc:docMk/>
            <pc:sldMk cId="2987168631" sldId="290"/>
            <ac:picMk id="16" creationId="{6CB128C6-6460-3201-E14A-02A851CBD562}"/>
          </ac:picMkLst>
        </pc:picChg>
        <pc:picChg chg="add mod">
          <ac:chgData name="Fernandez Franco Juan Guillermo" userId="dc53cc7b-944a-45c8-95d3-c12113b67b3b" providerId="ADAL" clId="{DF8F2E96-15C7-431C-A136-3AAE6867603D}" dt="2026-05-19T21:47:41.131" v="2263" actId="1035"/>
          <ac:picMkLst>
            <pc:docMk/>
            <pc:sldMk cId="2987168631" sldId="290"/>
            <ac:picMk id="19" creationId="{0CCEB07B-9BEE-089E-6582-0824BA73768F}"/>
          </ac:picMkLst>
        </pc:picChg>
        <pc:picChg chg="add del mod">
          <ac:chgData name="Fernandez Franco Juan Guillermo" userId="dc53cc7b-944a-45c8-95d3-c12113b67b3b" providerId="ADAL" clId="{DF8F2E96-15C7-431C-A136-3AAE6867603D}" dt="2026-05-19T21:45:13.013" v="2192" actId="1076"/>
          <ac:picMkLst>
            <pc:docMk/>
            <pc:sldMk cId="2987168631" sldId="290"/>
            <ac:picMk id="21" creationId="{CB9010EC-F92C-1EE8-A87B-D9125616CEF8}"/>
          </ac:picMkLst>
        </pc:picChg>
        <pc:picChg chg="mod topLvl">
          <ac:chgData name="Fernandez Franco Juan Guillermo" userId="dc53cc7b-944a-45c8-95d3-c12113b67b3b" providerId="ADAL" clId="{DF8F2E96-15C7-431C-A136-3AAE6867603D}" dt="2026-05-19T21:45:41.544" v="2198" actId="1076"/>
          <ac:picMkLst>
            <pc:docMk/>
            <pc:sldMk cId="2987168631" sldId="290"/>
            <ac:picMk id="23" creationId="{A44B0E00-D071-5969-F57F-0900578EC8E3}"/>
          </ac:picMkLst>
        </pc:picChg>
        <pc:picChg chg="mod topLvl">
          <ac:chgData name="Fernandez Franco Juan Guillermo" userId="dc53cc7b-944a-45c8-95d3-c12113b67b3b" providerId="ADAL" clId="{DF8F2E96-15C7-431C-A136-3AAE6867603D}" dt="2026-05-19T21:36:50.356" v="2174" actId="165"/>
          <ac:picMkLst>
            <pc:docMk/>
            <pc:sldMk cId="2987168631" sldId="290"/>
            <ac:picMk id="35" creationId="{5BE0601C-CD3D-24C1-0A33-D0B0C932BAC4}"/>
          </ac:picMkLst>
        </pc:picChg>
        <pc:picChg chg="mod">
          <ac:chgData name="Fernandez Franco Juan Guillermo" userId="dc53cc7b-944a-45c8-95d3-c12113b67b3b" providerId="ADAL" clId="{DF8F2E96-15C7-431C-A136-3AAE6867603D}" dt="2026-05-19T21:32:28.756" v="2130" actId="1038"/>
          <ac:picMkLst>
            <pc:docMk/>
            <pc:sldMk cId="2987168631" sldId="290"/>
            <ac:picMk id="40" creationId="{6D103D99-5A7A-7A90-9426-C19A9FBDCB2A}"/>
          </ac:picMkLst>
        </pc:picChg>
        <pc:picChg chg="del">
          <ac:chgData name="Fernandez Franco Juan Guillermo" userId="dc53cc7b-944a-45c8-95d3-c12113b67b3b" providerId="ADAL" clId="{DF8F2E96-15C7-431C-A136-3AAE6867603D}" dt="2026-05-19T21:17:27.312" v="1972" actId="478"/>
          <ac:picMkLst>
            <pc:docMk/>
            <pc:sldMk cId="2987168631" sldId="290"/>
            <ac:picMk id="43" creationId="{668215CD-E48D-DE12-1155-9A39B0ECE6E9}"/>
          </ac:picMkLst>
        </pc:picChg>
        <pc:picChg chg="add mod">
          <ac:chgData name="Fernandez Franco Juan Guillermo" userId="dc53cc7b-944a-45c8-95d3-c12113b67b3b" providerId="ADAL" clId="{DF8F2E96-15C7-431C-A136-3AAE6867603D}" dt="2026-05-19T21:45:48.528" v="2200" actId="1076"/>
          <ac:picMkLst>
            <pc:docMk/>
            <pc:sldMk cId="2987168631" sldId="290"/>
            <ac:picMk id="44" creationId="{1D87C9D6-C60F-C70E-BECF-5A7DE4701110}"/>
          </ac:picMkLst>
        </pc:picChg>
        <pc:picChg chg="del">
          <ac:chgData name="Fernandez Franco Juan Guillermo" userId="dc53cc7b-944a-45c8-95d3-c12113b67b3b" providerId="ADAL" clId="{DF8F2E96-15C7-431C-A136-3AAE6867603D}" dt="2026-05-19T21:17:25.676" v="1971" actId="478"/>
          <ac:picMkLst>
            <pc:docMk/>
            <pc:sldMk cId="2987168631" sldId="290"/>
            <ac:picMk id="45" creationId="{D02B03A9-1544-BDCC-EB57-687CEDCED72A}"/>
          </ac:picMkLst>
        </pc:picChg>
        <pc:picChg chg="add mod">
          <ac:chgData name="Fernandez Franco Juan Guillermo" userId="dc53cc7b-944a-45c8-95d3-c12113b67b3b" providerId="ADAL" clId="{DF8F2E96-15C7-431C-A136-3AAE6867603D}" dt="2026-05-19T21:45:58.840" v="2203" actId="1076"/>
          <ac:picMkLst>
            <pc:docMk/>
            <pc:sldMk cId="2987168631" sldId="290"/>
            <ac:picMk id="46" creationId="{D4F329BF-B6F3-5E24-C762-1CEFEC7A57A3}"/>
          </ac:picMkLst>
        </pc:picChg>
        <pc:picChg chg="del">
          <ac:chgData name="Fernandez Franco Juan Guillermo" userId="dc53cc7b-944a-45c8-95d3-c12113b67b3b" providerId="ADAL" clId="{DF8F2E96-15C7-431C-A136-3AAE6867603D}" dt="2026-05-19T21:17:28.033" v="1973" actId="478"/>
          <ac:picMkLst>
            <pc:docMk/>
            <pc:sldMk cId="2987168631" sldId="290"/>
            <ac:picMk id="47" creationId="{125F4262-EB48-2DF8-A631-6407A77FA513}"/>
          </ac:picMkLst>
        </pc:picChg>
        <pc:picChg chg="mod">
          <ac:chgData name="Fernandez Franco Juan Guillermo" userId="dc53cc7b-944a-45c8-95d3-c12113b67b3b" providerId="ADAL" clId="{DF8F2E96-15C7-431C-A136-3AAE6867603D}" dt="2026-05-19T21:29:40.723" v="2112" actId="1038"/>
          <ac:picMkLst>
            <pc:docMk/>
            <pc:sldMk cId="2987168631" sldId="290"/>
            <ac:picMk id="51" creationId="{729FA061-196F-B8D4-DB97-68948DF8A2F6}"/>
          </ac:picMkLst>
        </pc:picChg>
        <pc:picChg chg="mod">
          <ac:chgData name="Fernandez Franco Juan Guillermo" userId="dc53cc7b-944a-45c8-95d3-c12113b67b3b" providerId="ADAL" clId="{DF8F2E96-15C7-431C-A136-3AAE6867603D}" dt="2026-05-19T21:29:40.723" v="2112" actId="1038"/>
          <ac:picMkLst>
            <pc:docMk/>
            <pc:sldMk cId="2987168631" sldId="290"/>
            <ac:picMk id="53" creationId="{F7F71835-39CF-AA5B-0DC6-D50C94EEBD1E}"/>
          </ac:picMkLst>
        </pc:picChg>
      </pc:sldChg>
      <pc:sldChg chg="addSp delSp modSp mod">
        <pc:chgData name="Fernandez Franco Juan Guillermo" userId="dc53cc7b-944a-45c8-95d3-c12113b67b3b" providerId="ADAL" clId="{DF8F2E96-15C7-431C-A136-3AAE6867603D}" dt="2026-05-19T22:29:04.797" v="3003" actId="20577"/>
        <pc:sldMkLst>
          <pc:docMk/>
          <pc:sldMk cId="1014059745" sldId="291"/>
        </pc:sldMkLst>
        <pc:spChg chg="mod">
          <ac:chgData name="Fernandez Franco Juan Guillermo" userId="dc53cc7b-944a-45c8-95d3-c12113b67b3b" providerId="ADAL" clId="{DF8F2E96-15C7-431C-A136-3AAE6867603D}" dt="2026-05-19T22:27:30.183" v="3000" actId="1038"/>
          <ac:spMkLst>
            <pc:docMk/>
            <pc:sldMk cId="1014059745" sldId="291"/>
            <ac:spMk id="10" creationId="{DEEF4C4B-0A86-6714-7F6F-2DBC61A71C9C}"/>
          </ac:spMkLst>
        </pc:spChg>
        <pc:spChg chg="mod">
          <ac:chgData name="Fernandez Franco Juan Guillermo" userId="dc53cc7b-944a-45c8-95d3-c12113b67b3b" providerId="ADAL" clId="{DF8F2E96-15C7-431C-A136-3AAE6867603D}" dt="2026-05-19T22:29:04.797" v="3003" actId="20577"/>
          <ac:spMkLst>
            <pc:docMk/>
            <pc:sldMk cId="1014059745" sldId="291"/>
            <ac:spMk id="11" creationId="{197810A5-C6F6-5923-B9B0-F730556495D4}"/>
          </ac:spMkLst>
        </pc:spChg>
        <pc:spChg chg="mod">
          <ac:chgData name="Fernandez Franco Juan Guillermo" userId="dc53cc7b-944a-45c8-95d3-c12113b67b3b" providerId="ADAL" clId="{DF8F2E96-15C7-431C-A136-3AAE6867603D}" dt="2026-05-19T21:15:50.725" v="1965" actId="1076"/>
          <ac:spMkLst>
            <pc:docMk/>
            <pc:sldMk cId="1014059745" sldId="291"/>
            <ac:spMk id="25" creationId="{28A0301B-38E7-42D4-2EC5-33E2FA3FE846}"/>
          </ac:spMkLst>
        </pc:spChg>
        <pc:graphicFrameChg chg="mod modGraphic">
          <ac:chgData name="Fernandez Franco Juan Guillermo" userId="dc53cc7b-944a-45c8-95d3-c12113b67b3b" providerId="ADAL" clId="{DF8F2E96-15C7-431C-A136-3AAE6867603D}" dt="2026-05-19T21:55:16.414" v="2457" actId="1038"/>
          <ac:graphicFrameMkLst>
            <pc:docMk/>
            <pc:sldMk cId="1014059745" sldId="291"/>
            <ac:graphicFrameMk id="3" creationId="{E6A468CF-204F-1112-A792-F1C8D4B5D643}"/>
          </ac:graphicFrameMkLst>
        </pc:graphicFrameChg>
        <pc:graphicFrameChg chg="mod">
          <ac:chgData name="Fernandez Franco Juan Guillermo" userId="dc53cc7b-944a-45c8-95d3-c12113b67b3b" providerId="ADAL" clId="{DF8F2E96-15C7-431C-A136-3AAE6867603D}" dt="2026-05-19T21:55:16.414" v="2457" actId="1038"/>
          <ac:graphicFrameMkLst>
            <pc:docMk/>
            <pc:sldMk cId="1014059745" sldId="291"/>
            <ac:graphicFrameMk id="34" creationId="{FE58BC03-AA5E-1C95-7E3B-B27435953F41}"/>
          </ac:graphicFrameMkLst>
        </pc:graphicFrameChg>
        <pc:picChg chg="mod">
          <ac:chgData name="Fernandez Franco Juan Guillermo" userId="dc53cc7b-944a-45c8-95d3-c12113b67b3b" providerId="ADAL" clId="{DF8F2E96-15C7-431C-A136-3AAE6867603D}" dt="2026-05-19T21:15:56.052" v="1968" actId="1076"/>
          <ac:picMkLst>
            <pc:docMk/>
            <pc:sldMk cId="1014059745" sldId="291"/>
            <ac:picMk id="12" creationId="{CD6525BF-AF82-CEFE-F786-0BB0C558F3A5}"/>
          </ac:picMkLst>
        </pc:picChg>
        <pc:picChg chg="add mod">
          <ac:chgData name="Fernandez Franco Juan Guillermo" userId="dc53cc7b-944a-45c8-95d3-c12113b67b3b" providerId="ADAL" clId="{DF8F2E96-15C7-431C-A136-3AAE6867603D}" dt="2026-05-07T13:29:07.543" v="20" actId="1076"/>
          <ac:picMkLst>
            <pc:docMk/>
            <pc:sldMk cId="1014059745" sldId="291"/>
            <ac:picMk id="14" creationId="{97656146-5B2F-029A-4970-F85FB84BB0DC}"/>
          </ac:picMkLst>
        </pc:picChg>
        <pc:picChg chg="mod">
          <ac:chgData name="Fernandez Franco Juan Guillermo" userId="dc53cc7b-944a-45c8-95d3-c12113b67b3b" providerId="ADAL" clId="{DF8F2E96-15C7-431C-A136-3AAE6867603D}" dt="2026-05-19T21:15:48.340" v="1964" actId="1076"/>
          <ac:picMkLst>
            <pc:docMk/>
            <pc:sldMk cId="1014059745" sldId="291"/>
            <ac:picMk id="20" creationId="{4A210190-E656-CCB4-DD76-CC091264E667}"/>
          </ac:picMkLst>
        </pc:picChg>
        <pc:picChg chg="add mod">
          <ac:chgData name="Fernandez Franco Juan Guillermo" userId="dc53cc7b-944a-45c8-95d3-c12113b67b3b" providerId="ADAL" clId="{DF8F2E96-15C7-431C-A136-3AAE6867603D}" dt="2026-05-07T13:29:18.274" v="24" actId="1076"/>
          <ac:picMkLst>
            <pc:docMk/>
            <pc:sldMk cId="1014059745" sldId="291"/>
            <ac:picMk id="26" creationId="{4377F171-F7F7-F31E-46FD-AAC82E26A141}"/>
          </ac:picMkLst>
        </pc:picChg>
        <pc:picChg chg="add mod">
          <ac:chgData name="Fernandez Franco Juan Guillermo" userId="dc53cc7b-944a-45c8-95d3-c12113b67b3b" providerId="ADAL" clId="{DF8F2E96-15C7-431C-A136-3AAE6867603D}" dt="2026-05-07T13:31:33.937" v="42" actId="1076"/>
          <ac:picMkLst>
            <pc:docMk/>
            <pc:sldMk cId="1014059745" sldId="291"/>
            <ac:picMk id="30" creationId="{89D80D28-557E-12DA-B690-DAADA25683D1}"/>
          </ac:picMkLst>
        </pc:picChg>
      </pc:sldChg>
      <pc:sldChg chg="addSp delSp modSp mod">
        <pc:chgData name="Fernandez Franco Juan Guillermo" userId="dc53cc7b-944a-45c8-95d3-c12113b67b3b" providerId="ADAL" clId="{DF8F2E96-15C7-431C-A136-3AAE6867603D}" dt="2026-05-19T22:26:35.077" v="2994" actId="108"/>
        <pc:sldMkLst>
          <pc:docMk/>
          <pc:sldMk cId="3600247139" sldId="292"/>
        </pc:sldMkLst>
        <pc:spChg chg="mod">
          <ac:chgData name="Fernandez Franco Juan Guillermo" userId="dc53cc7b-944a-45c8-95d3-c12113b67b3b" providerId="ADAL" clId="{DF8F2E96-15C7-431C-A136-3AAE6867603D}" dt="2026-05-19T22:26:35.077" v="2994" actId="108"/>
          <ac:spMkLst>
            <pc:docMk/>
            <pc:sldMk cId="3600247139" sldId="292"/>
            <ac:spMk id="8" creationId="{EEBAB58E-4AFA-1ED3-09D5-420C39876E8D}"/>
          </ac:spMkLst>
        </pc:spChg>
        <pc:spChg chg="mod">
          <ac:chgData name="Fernandez Franco Juan Guillermo" userId="dc53cc7b-944a-45c8-95d3-c12113b67b3b" providerId="ADAL" clId="{DF8F2E96-15C7-431C-A136-3AAE6867603D}" dt="2026-05-07T13:26:37.438" v="3" actId="165"/>
          <ac:spMkLst>
            <pc:docMk/>
            <pc:sldMk cId="3600247139" sldId="292"/>
            <ac:spMk id="24" creationId="{E3998489-D552-F959-D2B5-C8E60BBF87B3}"/>
          </ac:spMkLst>
        </pc:spChg>
        <pc:spChg chg="mod topLvl">
          <ac:chgData name="Fernandez Franco Juan Guillermo" userId="dc53cc7b-944a-45c8-95d3-c12113b67b3b" providerId="ADAL" clId="{DF8F2E96-15C7-431C-A136-3AAE6867603D}" dt="2026-05-07T13:26:37.438" v="3" actId="165"/>
          <ac:spMkLst>
            <pc:docMk/>
            <pc:sldMk cId="3600247139" sldId="292"/>
            <ac:spMk id="41" creationId="{4B02A71E-7695-3A64-3872-C2EDFC0D6E8C}"/>
          </ac:spMkLst>
        </pc:spChg>
        <pc:grpChg chg="mod topLvl">
          <ac:chgData name="Fernandez Franco Juan Guillermo" userId="dc53cc7b-944a-45c8-95d3-c12113b67b3b" providerId="ADAL" clId="{DF8F2E96-15C7-431C-A136-3AAE6867603D}" dt="2026-05-07T13:26:37.438" v="3" actId="165"/>
          <ac:grpSpMkLst>
            <pc:docMk/>
            <pc:sldMk cId="3600247139" sldId="292"/>
            <ac:grpSpMk id="42" creationId="{EBCA2B00-5797-CD40-8232-0BCA76579C6D}"/>
          </ac:grpSpMkLst>
        </pc:grpChg>
        <pc:picChg chg="add mod ord">
          <ac:chgData name="Fernandez Franco Juan Guillermo" userId="dc53cc7b-944a-45c8-95d3-c12113b67b3b" providerId="ADAL" clId="{DF8F2E96-15C7-431C-A136-3AAE6867603D}" dt="2026-05-07T13:26:49.847" v="10" actId="1076"/>
          <ac:picMkLst>
            <pc:docMk/>
            <pc:sldMk cId="3600247139" sldId="292"/>
            <ac:picMk id="11" creationId="{65534B78-07CD-FF47-CA01-51F4346EB116}"/>
          </ac:picMkLst>
        </pc:picChg>
        <pc:picChg chg="mod">
          <ac:chgData name="Fernandez Franco Juan Guillermo" userId="dc53cc7b-944a-45c8-95d3-c12113b67b3b" providerId="ADAL" clId="{DF8F2E96-15C7-431C-A136-3AAE6867603D}" dt="2026-05-07T13:26:37.438" v="3" actId="165"/>
          <ac:picMkLst>
            <pc:docMk/>
            <pc:sldMk cId="3600247139" sldId="292"/>
            <ac:picMk id="23" creationId="{5425798C-B6B6-14B8-BD8C-1B34A1E69CD5}"/>
          </ac:picMkLst>
        </pc:picChg>
        <pc:picChg chg="mod">
          <ac:chgData name="Fernandez Franco Juan Guillermo" userId="dc53cc7b-944a-45c8-95d3-c12113b67b3b" providerId="ADAL" clId="{DF8F2E96-15C7-431C-A136-3AAE6867603D}" dt="2026-05-07T13:26:37.438" v="3" actId="165"/>
          <ac:picMkLst>
            <pc:docMk/>
            <pc:sldMk cId="3600247139" sldId="292"/>
            <ac:picMk id="25" creationId="{17E00D32-E96D-0BFA-D5D1-F461A04D1351}"/>
          </ac:picMkLst>
        </pc:picChg>
      </pc:sldChg>
      <pc:sldChg chg="addSp delSp modSp add mod">
        <pc:chgData name="Fernandez Franco Juan Guillermo" userId="dc53cc7b-944a-45c8-95d3-c12113b67b3b" providerId="ADAL" clId="{DF8F2E96-15C7-431C-A136-3AAE6867603D}" dt="2026-05-19T22:26:55.177" v="2996" actId="108"/>
        <pc:sldMkLst>
          <pc:docMk/>
          <pc:sldMk cId="3289550552" sldId="293"/>
        </pc:sldMkLst>
        <pc:spChg chg="mod">
          <ac:chgData name="Fernandez Franco Juan Guillermo" userId="dc53cc7b-944a-45c8-95d3-c12113b67b3b" providerId="ADAL" clId="{DF8F2E96-15C7-431C-A136-3AAE6867603D}" dt="2026-05-19T22:26:55.177" v="2996" actId="108"/>
          <ac:spMkLst>
            <pc:docMk/>
            <pc:sldMk cId="3289550552" sldId="293"/>
            <ac:spMk id="8" creationId="{43F228F5-A556-B0F6-D02D-468BED7E2869}"/>
          </ac:spMkLst>
        </pc:spChg>
        <pc:spChg chg="mod">
          <ac:chgData name="Fernandez Franco Juan Guillermo" userId="dc53cc7b-944a-45c8-95d3-c12113b67b3b" providerId="ADAL" clId="{DF8F2E96-15C7-431C-A136-3AAE6867603D}" dt="2026-05-19T21:35:54.380" v="2150" actId="14100"/>
          <ac:spMkLst>
            <pc:docMk/>
            <pc:sldMk cId="3289550552" sldId="293"/>
            <ac:spMk id="41" creationId="{872EBB73-F163-23E9-A502-0B164A015B4F}"/>
          </ac:spMkLst>
        </pc:spChg>
        <pc:grpChg chg="mod">
          <ac:chgData name="Fernandez Franco Juan Guillermo" userId="dc53cc7b-944a-45c8-95d3-c12113b67b3b" providerId="ADAL" clId="{DF8F2E96-15C7-431C-A136-3AAE6867603D}" dt="2026-05-19T21:35:39.239" v="2148" actId="1036"/>
          <ac:grpSpMkLst>
            <pc:docMk/>
            <pc:sldMk cId="3289550552" sldId="293"/>
            <ac:grpSpMk id="42" creationId="{B7697CBF-4FFE-4F74-50D8-FC299C6A3685}"/>
          </ac:grpSpMkLst>
        </pc:grpChg>
        <pc:graphicFrameChg chg="mod modGraphic">
          <ac:chgData name="Fernandez Franco Juan Guillermo" userId="dc53cc7b-944a-45c8-95d3-c12113b67b3b" providerId="ADAL" clId="{DF8F2E96-15C7-431C-A136-3AAE6867603D}" dt="2026-05-19T21:24:13.925" v="2031" actId="1076"/>
          <ac:graphicFrameMkLst>
            <pc:docMk/>
            <pc:sldMk cId="3289550552" sldId="293"/>
            <ac:graphicFrameMk id="26" creationId="{9FF8E433-3859-6A1E-12F0-23CEDB6D8CA8}"/>
          </ac:graphicFrameMkLst>
        </pc:graphicFrameChg>
        <pc:picChg chg="add mod">
          <ac:chgData name="Fernandez Franco Juan Guillermo" userId="dc53cc7b-944a-45c8-95d3-c12113b67b3b" providerId="ADAL" clId="{DF8F2E96-15C7-431C-A136-3AAE6867603D}" dt="2026-05-19T22:11:27.340" v="2547" actId="196"/>
          <ac:picMkLst>
            <pc:docMk/>
            <pc:sldMk cId="3289550552" sldId="293"/>
            <ac:picMk id="10" creationId="{A6A02020-B16E-11D0-5A4E-81F99340E184}"/>
          </ac:picMkLst>
        </pc:picChg>
        <pc:picChg chg="add mod ord">
          <ac:chgData name="Fernandez Franco Juan Guillermo" userId="dc53cc7b-944a-45c8-95d3-c12113b67b3b" providerId="ADAL" clId="{DF8F2E96-15C7-431C-A136-3AAE6867603D}" dt="2026-05-11T17:25:56.839" v="353" actId="1076"/>
          <ac:picMkLst>
            <pc:docMk/>
            <pc:sldMk cId="3289550552" sldId="293"/>
            <ac:picMk id="14" creationId="{E7CE29B0-176F-39FA-82A0-EE80666C3965}"/>
          </ac:picMkLst>
        </pc:picChg>
        <pc:picChg chg="mod">
          <ac:chgData name="Fernandez Franco Juan Guillermo" userId="dc53cc7b-944a-45c8-95d3-c12113b67b3b" providerId="ADAL" clId="{DF8F2E96-15C7-431C-A136-3AAE6867603D}" dt="2026-05-19T21:36:05.009" v="2167" actId="1037"/>
          <ac:picMkLst>
            <pc:docMk/>
            <pc:sldMk cId="3289550552" sldId="293"/>
            <ac:picMk id="25" creationId="{8D7EDFE2-E401-B644-4A54-0139A59FD1AA}"/>
          </ac:picMkLst>
        </pc:picChg>
      </pc:sldChg>
      <pc:sldChg chg="addSp delSp modSp add mod ord">
        <pc:chgData name="Fernandez Franco Juan Guillermo" userId="dc53cc7b-944a-45c8-95d3-c12113b67b3b" providerId="ADAL" clId="{DF8F2E96-15C7-431C-A136-3AAE6867603D}" dt="2026-05-19T22:27:41.071" v="3002" actId="14100"/>
        <pc:sldMkLst>
          <pc:docMk/>
          <pc:sldMk cId="2256963838" sldId="294"/>
        </pc:sldMkLst>
        <pc:spChg chg="mod">
          <ac:chgData name="Fernandez Franco Juan Guillermo" userId="dc53cc7b-944a-45c8-95d3-c12113b67b3b" providerId="ADAL" clId="{DF8F2E96-15C7-431C-A136-3AAE6867603D}" dt="2026-05-14T14:35:12.608" v="1335" actId="20577"/>
          <ac:spMkLst>
            <pc:docMk/>
            <pc:sldMk cId="2256963838" sldId="294"/>
            <ac:spMk id="9" creationId="{42233B46-C504-028F-0706-147171646EE7}"/>
          </ac:spMkLst>
        </pc:spChg>
        <pc:spChg chg="mod">
          <ac:chgData name="Fernandez Franco Juan Guillermo" userId="dc53cc7b-944a-45c8-95d3-c12113b67b3b" providerId="ADAL" clId="{DF8F2E96-15C7-431C-A136-3AAE6867603D}" dt="2026-05-19T22:27:41.071" v="3002" actId="14100"/>
          <ac:spMkLst>
            <pc:docMk/>
            <pc:sldMk cId="2256963838" sldId="294"/>
            <ac:spMk id="10" creationId="{14D61A08-6F25-12E3-9000-3199A3F79B23}"/>
          </ac:spMkLst>
        </pc:spChg>
        <pc:spChg chg="mod">
          <ac:chgData name="Fernandez Franco Juan Guillermo" userId="dc53cc7b-944a-45c8-95d3-c12113b67b3b" providerId="ADAL" clId="{DF8F2E96-15C7-431C-A136-3AAE6867603D}" dt="2026-05-19T22:24:03.349" v="2976" actId="108"/>
          <ac:spMkLst>
            <pc:docMk/>
            <pc:sldMk cId="2256963838" sldId="294"/>
            <ac:spMk id="11" creationId="{F4492D8C-A5F2-C05B-F0D6-C8C97363EE2E}"/>
          </ac:spMkLst>
        </pc:spChg>
        <pc:spChg chg="mod">
          <ac:chgData name="Fernandez Franco Juan Guillermo" userId="dc53cc7b-944a-45c8-95d3-c12113b67b3b" providerId="ADAL" clId="{DF8F2E96-15C7-431C-A136-3AAE6867603D}" dt="2026-05-14T14:23:49.696" v="1156" actId="122"/>
          <ac:spMkLst>
            <pc:docMk/>
            <pc:sldMk cId="2256963838" sldId="294"/>
            <ac:spMk id="23" creationId="{2F9CCB2D-8AF4-2DA5-1E38-CF1B9F368B20}"/>
          </ac:spMkLst>
        </pc:spChg>
        <pc:spChg chg="mod">
          <ac:chgData name="Fernandez Franco Juan Guillermo" userId="dc53cc7b-944a-45c8-95d3-c12113b67b3b" providerId="ADAL" clId="{DF8F2E96-15C7-431C-A136-3AAE6867603D}" dt="2026-05-14T14:23:52.095" v="1157" actId="122"/>
          <ac:spMkLst>
            <pc:docMk/>
            <pc:sldMk cId="2256963838" sldId="294"/>
            <ac:spMk id="40" creationId="{421B1E40-5B36-5E1D-56DF-A3CF021E1A4D}"/>
          </ac:spMkLst>
        </pc:spChg>
        <pc:spChg chg="add mod">
          <ac:chgData name="Fernandez Franco Juan Guillermo" userId="dc53cc7b-944a-45c8-95d3-c12113b67b3b" providerId="ADAL" clId="{DF8F2E96-15C7-431C-A136-3AAE6867603D}" dt="2026-05-14T14:34:53.562" v="1317" actId="1076"/>
          <ac:spMkLst>
            <pc:docMk/>
            <pc:sldMk cId="2256963838" sldId="294"/>
            <ac:spMk id="41" creationId="{047B537A-F273-0422-F8DA-3A8821CC8143}"/>
          </ac:spMkLst>
        </pc:spChg>
        <pc:grpChg chg="mod">
          <ac:chgData name="Fernandez Franco Juan Guillermo" userId="dc53cc7b-944a-45c8-95d3-c12113b67b3b" providerId="ADAL" clId="{DF8F2E96-15C7-431C-A136-3AAE6867603D}" dt="2026-05-14T14:34:50.676" v="1316" actId="1076"/>
          <ac:grpSpMkLst>
            <pc:docMk/>
            <pc:sldMk cId="2256963838" sldId="294"/>
            <ac:grpSpMk id="16" creationId="{52B02C89-C967-36CF-3819-5F20972D7552}"/>
          </ac:grpSpMkLst>
        </pc:grpChg>
        <pc:grpChg chg="mod">
          <ac:chgData name="Fernandez Franco Juan Guillermo" userId="dc53cc7b-944a-45c8-95d3-c12113b67b3b" providerId="ADAL" clId="{DF8F2E96-15C7-431C-A136-3AAE6867603D}" dt="2026-05-14T14:24:12.057" v="1161" actId="1076"/>
          <ac:grpSpMkLst>
            <pc:docMk/>
            <pc:sldMk cId="2256963838" sldId="294"/>
            <ac:grpSpMk id="36" creationId="{5FE513A1-C28A-C2F3-E7A5-A63C0E33AB4C}"/>
          </ac:grpSpMkLst>
        </pc:grpChg>
        <pc:grpChg chg="mod">
          <ac:chgData name="Fernandez Franco Juan Guillermo" userId="dc53cc7b-944a-45c8-95d3-c12113b67b3b" providerId="ADAL" clId="{DF8F2E96-15C7-431C-A136-3AAE6867603D}" dt="2026-05-14T14:24:16.027" v="1162" actId="1076"/>
          <ac:grpSpMkLst>
            <pc:docMk/>
            <pc:sldMk cId="2256963838" sldId="294"/>
            <ac:grpSpMk id="46" creationId="{DD959321-709A-2914-7501-02A28F01FB5A}"/>
          </ac:grpSpMkLst>
        </pc:grpChg>
        <pc:graphicFrameChg chg="mod modGraphic">
          <ac:chgData name="Fernandez Franco Juan Guillermo" userId="dc53cc7b-944a-45c8-95d3-c12113b67b3b" providerId="ADAL" clId="{DF8F2E96-15C7-431C-A136-3AAE6867603D}" dt="2026-05-14T14:20:11.698" v="844" actId="14734"/>
          <ac:graphicFrameMkLst>
            <pc:docMk/>
            <pc:sldMk cId="2256963838" sldId="294"/>
            <ac:graphicFrameMk id="34" creationId="{863EF30A-55C3-9B26-7375-B1842B823713}"/>
          </ac:graphicFrameMkLst>
        </pc:graphicFrameChg>
        <pc:picChg chg="mod">
          <ac:chgData name="Fernandez Franco Juan Guillermo" userId="dc53cc7b-944a-45c8-95d3-c12113b67b3b" providerId="ADAL" clId="{DF8F2E96-15C7-431C-A136-3AAE6867603D}" dt="2026-05-14T14:24:58.624" v="1275" actId="1035"/>
          <ac:picMkLst>
            <pc:docMk/>
            <pc:sldMk cId="2256963838" sldId="294"/>
            <ac:picMk id="17" creationId="{A5D5FA6D-DFE5-975A-AED0-1E470957F3E9}"/>
          </ac:picMkLst>
        </pc:picChg>
        <pc:picChg chg="add mod">
          <ac:chgData name="Fernandez Franco Juan Guillermo" userId="dc53cc7b-944a-45c8-95d3-c12113b67b3b" providerId="ADAL" clId="{DF8F2E96-15C7-431C-A136-3AAE6867603D}" dt="2026-05-19T22:10:50.183" v="2541" actId="196"/>
          <ac:picMkLst>
            <pc:docMk/>
            <pc:sldMk cId="2256963838" sldId="294"/>
            <ac:picMk id="29" creationId="{5B06A17D-2401-1635-21EB-D70A762AEBF5}"/>
          </ac:picMkLst>
        </pc:picChg>
        <pc:picChg chg="add mod">
          <ac:chgData name="Fernandez Franco Juan Guillermo" userId="dc53cc7b-944a-45c8-95d3-c12113b67b3b" providerId="ADAL" clId="{DF8F2E96-15C7-431C-A136-3AAE6867603D}" dt="2026-05-19T22:10:53.141" v="2542" actId="196"/>
          <ac:picMkLst>
            <pc:docMk/>
            <pc:sldMk cId="2256963838" sldId="294"/>
            <ac:picMk id="32" creationId="{F4C068F2-FBD9-D09D-D353-8C7B59CE18E1}"/>
          </ac:picMkLst>
        </pc:picChg>
        <pc:picChg chg="add mod">
          <ac:chgData name="Fernandez Franco Juan Guillermo" userId="dc53cc7b-944a-45c8-95d3-c12113b67b3b" providerId="ADAL" clId="{DF8F2E96-15C7-431C-A136-3AAE6867603D}" dt="2026-05-19T22:10:58.306" v="2543" actId="196"/>
          <ac:picMkLst>
            <pc:docMk/>
            <pc:sldMk cId="2256963838" sldId="294"/>
            <ac:picMk id="35" creationId="{C3C83122-A2F0-7915-ADE6-83ACFEA14E6D}"/>
          </ac:picMkLst>
        </pc:picChg>
        <pc:picChg chg="mod">
          <ac:chgData name="Fernandez Franco Juan Guillermo" userId="dc53cc7b-944a-45c8-95d3-c12113b67b3b" providerId="ADAL" clId="{DF8F2E96-15C7-431C-A136-3AAE6867603D}" dt="2026-05-14T14:24:43.285" v="1261" actId="1035"/>
          <ac:picMkLst>
            <pc:docMk/>
            <pc:sldMk cId="2256963838" sldId="294"/>
            <ac:picMk id="37" creationId="{0B772A31-0370-6447-2077-F9997C8315BA}"/>
          </ac:picMkLst>
        </pc:picChg>
        <pc:picChg chg="add mod ord">
          <ac:chgData name="Fernandez Franco Juan Guillermo" userId="dc53cc7b-944a-45c8-95d3-c12113b67b3b" providerId="ADAL" clId="{DF8F2E96-15C7-431C-A136-3AAE6867603D}" dt="2026-05-19T22:11:03.504" v="2544" actId="196"/>
          <ac:picMkLst>
            <pc:docMk/>
            <pc:sldMk cId="2256963838" sldId="294"/>
            <ac:picMk id="45" creationId="{A25F1640-584A-92BB-3628-C3B95417FC12}"/>
          </ac:picMkLst>
        </pc:picChg>
        <pc:picChg chg="mod">
          <ac:chgData name="Fernandez Franco Juan Guillermo" userId="dc53cc7b-944a-45c8-95d3-c12113b67b3b" providerId="ADAL" clId="{DF8F2E96-15C7-431C-A136-3AAE6867603D}" dt="2026-05-14T14:25:17.246" v="1284" actId="1035"/>
          <ac:picMkLst>
            <pc:docMk/>
            <pc:sldMk cId="2256963838" sldId="294"/>
            <ac:picMk id="47" creationId="{F037D3BC-6528-56C9-5E42-4304E0836E5A}"/>
          </ac:picMkLst>
        </pc:picChg>
        <pc:picChg chg="add mod ord">
          <ac:chgData name="Fernandez Franco Juan Guillermo" userId="dc53cc7b-944a-45c8-95d3-c12113b67b3b" providerId="ADAL" clId="{DF8F2E96-15C7-431C-A136-3AAE6867603D}" dt="2026-05-19T22:11:06.995" v="2545" actId="196"/>
          <ac:picMkLst>
            <pc:docMk/>
            <pc:sldMk cId="2256963838" sldId="294"/>
            <ac:picMk id="51" creationId="{FB7546FF-6F16-7C32-F21C-0B065455C7C9}"/>
          </ac:picMkLst>
        </pc:picChg>
        <pc:picChg chg="add mod ord">
          <ac:chgData name="Fernandez Franco Juan Guillermo" userId="dc53cc7b-944a-45c8-95d3-c12113b67b3b" providerId="ADAL" clId="{DF8F2E96-15C7-431C-A136-3AAE6867603D}" dt="2026-05-19T22:11:10.215" v="2546" actId="196"/>
          <ac:picMkLst>
            <pc:docMk/>
            <pc:sldMk cId="2256963838" sldId="294"/>
            <ac:picMk id="53" creationId="{8904ACCE-B09A-D1B4-6905-903C4C27B3DB}"/>
          </ac:picMkLst>
        </pc:picChg>
      </pc:sldChg>
      <pc:sldChg chg="add">
        <pc:chgData name="Fernandez Franco Juan Guillermo" userId="dc53cc7b-944a-45c8-95d3-c12113b67b3b" providerId="ADAL" clId="{DF8F2E96-15C7-431C-A136-3AAE6867603D}" dt="2026-05-19T20:01:01.557" v="1665" actId="2890"/>
        <pc:sldMkLst>
          <pc:docMk/>
          <pc:sldMk cId="1883379527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738FA-40F7-482A-BD8A-50F7EE46FB49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C6CDA-B622-4276-AE47-5494046018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4471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C6CDA-B622-4276-AE47-5494046018D2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279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56565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EFEFEF"/>
                </a:solidFill>
                <a:latin typeface="Calibri"/>
                <a:cs typeface="Calibri"/>
              </a:defRPr>
            </a:lvl1pPr>
          </a:lstStyle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56565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EFEFEF"/>
                </a:solidFill>
                <a:latin typeface="Calibri"/>
                <a:cs typeface="Calibri"/>
              </a:defRPr>
            </a:lvl1pPr>
          </a:lstStyle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56565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EFEFEF"/>
                </a:solidFill>
                <a:latin typeface="Calibri"/>
                <a:cs typeface="Calibri"/>
              </a:defRPr>
            </a:lvl1pPr>
          </a:lstStyle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56565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EFEFEF"/>
                </a:solidFill>
                <a:latin typeface="Calibri"/>
                <a:cs typeface="Calibri"/>
              </a:defRPr>
            </a:lvl1pPr>
          </a:lstStyle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4319" y="1263522"/>
            <a:ext cx="3091815" cy="26259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56565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EFEFEF"/>
                </a:solidFill>
                <a:latin typeface="Calibri"/>
                <a:cs typeface="Calibri"/>
              </a:defRPr>
            </a:lvl1pPr>
          </a:lstStyle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924" y="395096"/>
            <a:ext cx="5967221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01664" y="2377948"/>
            <a:ext cx="5585459" cy="170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47506" y="6265231"/>
            <a:ext cx="1184909" cy="158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56565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29973" y="6269385"/>
            <a:ext cx="245109" cy="202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EFEFEF"/>
                </a:solidFill>
                <a:latin typeface="Calibri"/>
                <a:cs typeface="Calibri"/>
              </a:defRPr>
            </a:lvl1pPr>
          </a:lstStyle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jpg"/><Relationship Id="rId18" Type="http://schemas.openxmlformats.org/officeDocument/2006/relationships/image" Target="../media/image49.jp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jpg"/><Relationship Id="rId17" Type="http://schemas.openxmlformats.org/officeDocument/2006/relationships/image" Target="../media/image48.jpg"/><Relationship Id="rId2" Type="http://schemas.openxmlformats.org/officeDocument/2006/relationships/image" Target="../media/image33.jpg"/><Relationship Id="rId16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jpg"/><Relationship Id="rId5" Type="http://schemas.openxmlformats.org/officeDocument/2006/relationships/image" Target="../media/image36.png"/><Relationship Id="rId15" Type="http://schemas.openxmlformats.org/officeDocument/2006/relationships/image" Target="../media/image46.jp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g"/><Relationship Id="rId3" Type="http://schemas.openxmlformats.org/officeDocument/2006/relationships/image" Target="../media/image51.png"/><Relationship Id="rId7" Type="http://schemas.openxmlformats.org/officeDocument/2006/relationships/image" Target="../media/image55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jp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jpg"/><Relationship Id="rId2" Type="http://schemas.openxmlformats.org/officeDocument/2006/relationships/image" Target="../media/image60.jpg"/><Relationship Id="rId16" Type="http://schemas.openxmlformats.org/officeDocument/2006/relationships/image" Target="../media/image7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jpg"/><Relationship Id="rId5" Type="http://schemas.openxmlformats.org/officeDocument/2006/relationships/image" Target="../media/image63.png"/><Relationship Id="rId15" Type="http://schemas.openxmlformats.org/officeDocument/2006/relationships/image" Target="../media/image73.jp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jp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jp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98.png"/><Relationship Id="rId18" Type="http://schemas.openxmlformats.org/officeDocument/2006/relationships/image" Target="../media/image103.jp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7.jpg"/><Relationship Id="rId17" Type="http://schemas.openxmlformats.org/officeDocument/2006/relationships/image" Target="../media/image102.jpg"/><Relationship Id="rId2" Type="http://schemas.openxmlformats.org/officeDocument/2006/relationships/image" Target="../media/image89.jpg"/><Relationship Id="rId16" Type="http://schemas.openxmlformats.org/officeDocument/2006/relationships/image" Target="../media/image10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72.png"/><Relationship Id="rId5" Type="http://schemas.openxmlformats.org/officeDocument/2006/relationships/image" Target="../media/image92.png"/><Relationship Id="rId15" Type="http://schemas.openxmlformats.org/officeDocument/2006/relationships/image" Target="../media/image100.jpg"/><Relationship Id="rId10" Type="http://schemas.openxmlformats.org/officeDocument/2006/relationships/image" Target="../media/image68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9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jp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jp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3.jp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jpg"/><Relationship Id="rId3" Type="http://schemas.openxmlformats.org/officeDocument/2006/relationships/image" Target="../media/image117.png"/><Relationship Id="rId7" Type="http://schemas.openxmlformats.org/officeDocument/2006/relationships/image" Target="../media/image120.png"/><Relationship Id="rId12" Type="http://schemas.openxmlformats.org/officeDocument/2006/relationships/image" Target="../media/image125.jp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124.png"/><Relationship Id="rId5" Type="http://schemas.openxmlformats.org/officeDocument/2006/relationships/image" Target="../media/image119.jpg"/><Relationship Id="rId10" Type="http://schemas.openxmlformats.org/officeDocument/2006/relationships/image" Target="../media/image123.png"/><Relationship Id="rId4" Type="http://schemas.openxmlformats.org/officeDocument/2006/relationships/image" Target="../media/image118.png"/><Relationship Id="rId9" Type="http://schemas.openxmlformats.org/officeDocument/2006/relationships/image" Target="../media/image122.png"/><Relationship Id="rId14" Type="http://schemas.openxmlformats.org/officeDocument/2006/relationships/image" Target="../media/image127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jpg"/><Relationship Id="rId3" Type="http://schemas.openxmlformats.org/officeDocument/2006/relationships/image" Target="../media/image129.jpg"/><Relationship Id="rId7" Type="http://schemas.openxmlformats.org/officeDocument/2006/relationships/image" Target="../media/image131.jpg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4.png"/><Relationship Id="rId4" Type="http://schemas.openxmlformats.org/officeDocument/2006/relationships/image" Target="../media/image1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jpg"/><Relationship Id="rId7" Type="http://schemas.openxmlformats.org/officeDocument/2006/relationships/image" Target="../media/image138.png"/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10" Type="http://schemas.openxmlformats.org/officeDocument/2006/relationships/image" Target="../media/image141.jpg"/><Relationship Id="rId4" Type="http://schemas.openxmlformats.org/officeDocument/2006/relationships/image" Target="../media/image135.png"/><Relationship Id="rId9" Type="http://schemas.openxmlformats.org/officeDocument/2006/relationships/image" Target="../media/image14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jpg"/><Relationship Id="rId5" Type="http://schemas.openxmlformats.org/officeDocument/2006/relationships/image" Target="../media/image144.jpg"/><Relationship Id="rId4" Type="http://schemas.openxmlformats.org/officeDocument/2006/relationships/image" Target="../media/image1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jpg"/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3.jpg"/><Relationship Id="rId4" Type="http://schemas.openxmlformats.org/officeDocument/2006/relationships/image" Target="../media/image15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jpg"/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7.jpg"/><Relationship Id="rId4" Type="http://schemas.openxmlformats.org/officeDocument/2006/relationships/image" Target="../media/image156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jpg"/><Relationship Id="rId3" Type="http://schemas.openxmlformats.org/officeDocument/2006/relationships/image" Target="../media/image159.jpg"/><Relationship Id="rId7" Type="http://schemas.openxmlformats.org/officeDocument/2006/relationships/image" Target="../media/image161.jp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160.png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3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68.png"/><Relationship Id="rId5" Type="http://schemas.openxmlformats.org/officeDocument/2006/relationships/image" Target="../media/image135.png"/><Relationship Id="rId10" Type="http://schemas.openxmlformats.org/officeDocument/2006/relationships/image" Target="../media/image167.png"/><Relationship Id="rId4" Type="http://schemas.openxmlformats.org/officeDocument/2006/relationships/image" Target="../media/image164.png"/><Relationship Id="rId9" Type="http://schemas.openxmlformats.org/officeDocument/2006/relationships/image" Target="../media/image16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jpg"/><Relationship Id="rId13" Type="http://schemas.openxmlformats.org/officeDocument/2006/relationships/image" Target="../media/image174.png"/><Relationship Id="rId3" Type="http://schemas.openxmlformats.org/officeDocument/2006/relationships/image" Target="../media/image170.png"/><Relationship Id="rId7" Type="http://schemas.openxmlformats.org/officeDocument/2006/relationships/image" Target="../media/image151.jpg"/><Relationship Id="rId12" Type="http://schemas.microsoft.com/office/2007/relationships/hdphoto" Target="../media/hdphoto1.wdp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image" Target="../media/image173.png"/><Relationship Id="rId5" Type="http://schemas.openxmlformats.org/officeDocument/2006/relationships/image" Target="../media/image136.png"/><Relationship Id="rId10" Type="http://schemas.openxmlformats.org/officeDocument/2006/relationships/image" Target="../media/image172.png"/><Relationship Id="rId4" Type="http://schemas.openxmlformats.org/officeDocument/2006/relationships/image" Target="../media/image135.png"/><Relationship Id="rId9" Type="http://schemas.openxmlformats.org/officeDocument/2006/relationships/image" Target="../media/image17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40.png"/><Relationship Id="rId7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178.png"/><Relationship Id="rId4" Type="http://schemas.openxmlformats.org/officeDocument/2006/relationships/image" Target="../media/image41.png"/><Relationship Id="rId9" Type="http://schemas.microsoft.com/office/2007/relationships/hdphoto" Target="../media/hdphoto2.wdp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40.png"/><Relationship Id="rId7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3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5.png"/><Relationship Id="rId7" Type="http://schemas.openxmlformats.org/officeDocument/2006/relationships/image" Target="../media/image187.png"/><Relationship Id="rId12" Type="http://schemas.openxmlformats.org/officeDocument/2006/relationships/image" Target="../media/image41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11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190.png"/><Relationship Id="rId4" Type="http://schemas.openxmlformats.org/officeDocument/2006/relationships/image" Target="../media/image38.png"/><Relationship Id="rId9" Type="http://schemas.openxmlformats.org/officeDocument/2006/relationships/image" Target="../media/image18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92.png"/><Relationship Id="rId7" Type="http://schemas.openxmlformats.org/officeDocument/2006/relationships/image" Target="../media/image193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6.png"/><Relationship Id="rId10" Type="http://schemas.openxmlformats.org/officeDocument/2006/relationships/image" Target="../media/image196.png"/><Relationship Id="rId4" Type="http://schemas.openxmlformats.org/officeDocument/2006/relationships/image" Target="../media/image135.png"/><Relationship Id="rId9" Type="http://schemas.openxmlformats.org/officeDocument/2006/relationships/image" Target="../media/image19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8.png"/><Relationship Id="rId7" Type="http://schemas.openxmlformats.org/officeDocument/2006/relationships/image" Target="../media/image139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10" Type="http://schemas.openxmlformats.org/officeDocument/2006/relationships/image" Target="../media/image202.png"/><Relationship Id="rId4" Type="http://schemas.openxmlformats.org/officeDocument/2006/relationships/image" Target="../media/image199.png"/><Relationship Id="rId9" Type="http://schemas.openxmlformats.org/officeDocument/2006/relationships/image" Target="../media/image20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jpg"/><Relationship Id="rId2" Type="http://schemas.openxmlformats.org/officeDocument/2006/relationships/image" Target="../media/image20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1.jpg"/><Relationship Id="rId5" Type="http://schemas.openxmlformats.org/officeDocument/2006/relationships/image" Target="../media/image210.jpg"/><Relationship Id="rId4" Type="http://schemas.openxmlformats.org/officeDocument/2006/relationships/image" Target="../media/image209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jpg"/><Relationship Id="rId2" Type="http://schemas.openxmlformats.org/officeDocument/2006/relationships/image" Target="../media/image21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6.jpg"/><Relationship Id="rId5" Type="http://schemas.openxmlformats.org/officeDocument/2006/relationships/image" Target="../media/image215.jpg"/><Relationship Id="rId4" Type="http://schemas.openxmlformats.org/officeDocument/2006/relationships/image" Target="../media/image214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jpg"/><Relationship Id="rId2" Type="http://schemas.openxmlformats.org/officeDocument/2006/relationships/image" Target="../media/image217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jpg"/><Relationship Id="rId2" Type="http://schemas.openxmlformats.org/officeDocument/2006/relationships/image" Target="../media/image219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5490" cy="6858000"/>
          </a:xfrm>
          <a:custGeom>
            <a:avLst/>
            <a:gdLst/>
            <a:ahLst/>
            <a:cxnLst/>
            <a:rect l="l" t="t" r="r" b="b"/>
            <a:pathLst>
              <a:path w="12175490" h="6858000">
                <a:moveTo>
                  <a:pt x="12175109" y="0"/>
                </a:moveTo>
                <a:lnTo>
                  <a:pt x="0" y="0"/>
                </a:lnTo>
                <a:lnTo>
                  <a:pt x="0" y="6857998"/>
                </a:lnTo>
                <a:lnTo>
                  <a:pt x="12175109" y="6857999"/>
                </a:lnTo>
                <a:lnTo>
                  <a:pt x="1217510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977371" y="6231635"/>
            <a:ext cx="457200" cy="292735"/>
            <a:chOff x="10977371" y="6231635"/>
            <a:chExt cx="457200" cy="2927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15115" y="6231635"/>
              <a:ext cx="219455" cy="2103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77371" y="6231635"/>
              <a:ext cx="199390" cy="292735"/>
            </a:xfrm>
            <a:custGeom>
              <a:avLst/>
              <a:gdLst/>
              <a:ahLst/>
              <a:cxnLst/>
              <a:rect l="l" t="t" r="r" b="b"/>
              <a:pathLst>
                <a:path w="199390" h="292734">
                  <a:moveTo>
                    <a:pt x="115570" y="0"/>
                  </a:moveTo>
                  <a:lnTo>
                    <a:pt x="99949" y="0"/>
                  </a:lnTo>
                  <a:lnTo>
                    <a:pt x="85089" y="1777"/>
                  </a:lnTo>
                  <a:lnTo>
                    <a:pt x="41275" y="23190"/>
                  </a:lnTo>
                  <a:lnTo>
                    <a:pt x="11429" y="58877"/>
                  </a:lnTo>
                  <a:lnTo>
                    <a:pt x="1143" y="88620"/>
                  </a:lnTo>
                  <a:lnTo>
                    <a:pt x="1143" y="95745"/>
                  </a:lnTo>
                  <a:lnTo>
                    <a:pt x="0" y="104673"/>
                  </a:lnTo>
                  <a:lnTo>
                    <a:pt x="0" y="292607"/>
                  </a:lnTo>
                  <a:lnTo>
                    <a:pt x="44323" y="292607"/>
                  </a:lnTo>
                  <a:lnTo>
                    <a:pt x="44323" y="209943"/>
                  </a:lnTo>
                  <a:lnTo>
                    <a:pt x="110235" y="209943"/>
                  </a:lnTo>
                  <a:lnTo>
                    <a:pt x="156845" y="200418"/>
                  </a:lnTo>
                  <a:lnTo>
                    <a:pt x="195199" y="171881"/>
                  </a:lnTo>
                  <a:lnTo>
                    <a:pt x="198374" y="167716"/>
                  </a:lnTo>
                  <a:lnTo>
                    <a:pt x="42545" y="167716"/>
                  </a:lnTo>
                  <a:lnTo>
                    <a:pt x="42545" y="95161"/>
                  </a:lnTo>
                  <a:lnTo>
                    <a:pt x="65912" y="55905"/>
                  </a:lnTo>
                  <a:lnTo>
                    <a:pt x="82676" y="46393"/>
                  </a:lnTo>
                  <a:lnTo>
                    <a:pt x="92201" y="43421"/>
                  </a:lnTo>
                  <a:lnTo>
                    <a:pt x="102997" y="41033"/>
                  </a:lnTo>
                  <a:lnTo>
                    <a:pt x="198881" y="41033"/>
                  </a:lnTo>
                  <a:lnTo>
                    <a:pt x="188086" y="29730"/>
                  </a:lnTo>
                  <a:lnTo>
                    <a:pt x="175513" y="19024"/>
                  </a:lnTo>
                  <a:lnTo>
                    <a:pt x="161671" y="11302"/>
                  </a:lnTo>
                  <a:lnTo>
                    <a:pt x="146684" y="5346"/>
                  </a:lnTo>
                  <a:lnTo>
                    <a:pt x="131699" y="1193"/>
                  </a:lnTo>
                  <a:lnTo>
                    <a:pt x="1155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91798" y="6272670"/>
              <a:ext cx="106551" cy="12668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0366247" y="6231635"/>
            <a:ext cx="594360" cy="210820"/>
            <a:chOff x="10366247" y="6231635"/>
            <a:chExt cx="594360" cy="2108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6247" y="6231635"/>
              <a:ext cx="358139" cy="2103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41151" y="6231635"/>
              <a:ext cx="219455" cy="210311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1329416" y="6341364"/>
            <a:ext cx="50800" cy="47625"/>
          </a:xfrm>
          <a:custGeom>
            <a:avLst/>
            <a:gdLst/>
            <a:ahLst/>
            <a:cxnLst/>
            <a:rect l="l" t="t" r="r" b="b"/>
            <a:pathLst>
              <a:path w="50800" h="47625">
                <a:moveTo>
                  <a:pt x="50291" y="0"/>
                </a:moveTo>
                <a:lnTo>
                  <a:pt x="25400" y="38036"/>
                </a:lnTo>
                <a:lnTo>
                  <a:pt x="0" y="47244"/>
                </a:lnTo>
                <a:lnTo>
                  <a:pt x="50291" y="47244"/>
                </a:lnTo>
                <a:lnTo>
                  <a:pt x="50291" y="0"/>
                </a:lnTo>
                <a:close/>
              </a:path>
            </a:pathLst>
          </a:custGeom>
          <a:solidFill>
            <a:srgbClr val="CC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452859" y="6146291"/>
            <a:ext cx="44450" cy="295910"/>
          </a:xfrm>
          <a:custGeom>
            <a:avLst/>
            <a:gdLst/>
            <a:ahLst/>
            <a:cxnLst/>
            <a:rect l="l" t="t" r="r" b="b"/>
            <a:pathLst>
              <a:path w="44450" h="295910">
                <a:moveTo>
                  <a:pt x="44196" y="0"/>
                </a:moveTo>
                <a:lnTo>
                  <a:pt x="0" y="0"/>
                </a:lnTo>
                <a:lnTo>
                  <a:pt x="0" y="295656"/>
                </a:lnTo>
                <a:lnTo>
                  <a:pt x="44196" y="295656"/>
                </a:lnTo>
                <a:lnTo>
                  <a:pt x="441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1876" y="5722620"/>
            <a:ext cx="2080260" cy="96926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728465" y="2687828"/>
            <a:ext cx="2893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FEFEF"/>
                </a:solidFill>
                <a:latin typeface="Segoe UI Light"/>
                <a:cs typeface="Segoe UI Light"/>
              </a:rPr>
              <a:t>Mapa</a:t>
            </a:r>
            <a:r>
              <a:rPr sz="1200" spc="-40" dirty="0">
                <a:solidFill>
                  <a:srgbClr val="EFEFEF"/>
                </a:solidFill>
                <a:latin typeface="Segoe UI Light"/>
                <a:cs typeface="Segoe UI Light"/>
              </a:rPr>
              <a:t> </a:t>
            </a:r>
            <a:r>
              <a:rPr sz="1200" dirty="0">
                <a:solidFill>
                  <a:srgbClr val="EFEFEF"/>
                </a:solidFill>
                <a:latin typeface="Segoe UI Light"/>
                <a:cs typeface="Segoe UI Light"/>
              </a:rPr>
              <a:t>de</a:t>
            </a:r>
            <a:r>
              <a:rPr sz="1200" spc="-50" dirty="0">
                <a:solidFill>
                  <a:srgbClr val="EFEFEF"/>
                </a:solidFill>
                <a:latin typeface="Segoe UI Light"/>
                <a:cs typeface="Segoe UI Light"/>
              </a:rPr>
              <a:t> </a:t>
            </a:r>
            <a:r>
              <a:rPr sz="1200" spc="-20" dirty="0">
                <a:solidFill>
                  <a:srgbClr val="EFEFEF"/>
                </a:solidFill>
                <a:latin typeface="Segoe UI Light"/>
                <a:cs typeface="Segoe UI Light"/>
              </a:rPr>
              <a:t>producto</a:t>
            </a:r>
            <a:r>
              <a:rPr sz="1200" spc="-5" dirty="0">
                <a:solidFill>
                  <a:srgbClr val="EFEFEF"/>
                </a:solidFill>
                <a:latin typeface="Segoe UI Light"/>
                <a:cs typeface="Segoe UI Light"/>
              </a:rPr>
              <a:t> </a:t>
            </a:r>
            <a:r>
              <a:rPr sz="1200" spc="-10" dirty="0">
                <a:solidFill>
                  <a:srgbClr val="EFEFEF"/>
                </a:solidFill>
                <a:latin typeface="Segoe UI Light"/>
                <a:cs typeface="Segoe UI Light"/>
              </a:rPr>
              <a:t>sistema</a:t>
            </a:r>
            <a:r>
              <a:rPr sz="1200" spc="-60" dirty="0">
                <a:solidFill>
                  <a:srgbClr val="EFEFEF"/>
                </a:solidFill>
                <a:latin typeface="Segoe UI Light"/>
                <a:cs typeface="Segoe UI Light"/>
              </a:rPr>
              <a:t> </a:t>
            </a:r>
            <a:r>
              <a:rPr sz="1200" spc="-20" dirty="0">
                <a:solidFill>
                  <a:srgbClr val="EFEFEF"/>
                </a:solidFill>
                <a:latin typeface="Segoe UI Light"/>
                <a:cs typeface="Segoe UI Light"/>
              </a:rPr>
              <a:t>puestos</a:t>
            </a:r>
            <a:r>
              <a:rPr sz="1200" spc="-65" dirty="0">
                <a:solidFill>
                  <a:srgbClr val="EFEFEF"/>
                </a:solidFill>
                <a:latin typeface="Segoe UI Light"/>
                <a:cs typeface="Segoe UI Light"/>
              </a:rPr>
              <a:t> </a:t>
            </a:r>
            <a:r>
              <a:rPr sz="1200" dirty="0">
                <a:solidFill>
                  <a:srgbClr val="EFEFEF"/>
                </a:solidFill>
                <a:latin typeface="Segoe UI Light"/>
                <a:cs typeface="Segoe UI Light"/>
              </a:rPr>
              <a:t>de</a:t>
            </a:r>
            <a:r>
              <a:rPr sz="1200" spc="-60" dirty="0">
                <a:solidFill>
                  <a:srgbClr val="EFEFEF"/>
                </a:solidFill>
                <a:latin typeface="Segoe UI Light"/>
                <a:cs typeface="Segoe UI Light"/>
              </a:rPr>
              <a:t> </a:t>
            </a:r>
            <a:r>
              <a:rPr sz="1200" spc="-10" dirty="0">
                <a:solidFill>
                  <a:srgbClr val="EFEFEF"/>
                </a:solidFill>
                <a:latin typeface="Segoe UI Light"/>
                <a:cs typeface="Segoe UI Light"/>
              </a:rPr>
              <a:t>trabajo</a:t>
            </a:r>
            <a:endParaRPr sz="1200">
              <a:latin typeface="Segoe UI Light"/>
              <a:cs typeface="Segoe UI Ligh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657727" y="2835986"/>
            <a:ext cx="49777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85" dirty="0">
                <a:solidFill>
                  <a:srgbClr val="EFEFEF"/>
                </a:solidFill>
                <a:latin typeface="Arial"/>
                <a:cs typeface="Arial"/>
              </a:rPr>
              <a:t>KONCISA</a:t>
            </a:r>
            <a:r>
              <a:rPr sz="6000" spc="-380" dirty="0">
                <a:solidFill>
                  <a:srgbClr val="EFEFEF"/>
                </a:solidFill>
                <a:latin typeface="Arial"/>
                <a:cs typeface="Arial"/>
              </a:rPr>
              <a:t> </a:t>
            </a:r>
            <a:r>
              <a:rPr sz="5000" spc="-20" dirty="0">
                <a:solidFill>
                  <a:srgbClr val="EFEFEF"/>
                </a:solidFill>
                <a:latin typeface="Arial"/>
                <a:cs typeface="Arial"/>
              </a:rPr>
              <a:t>Plus</a:t>
            </a:r>
            <a:endParaRPr sz="5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24929"/>
            <a:ext cx="12192000" cy="6333490"/>
            <a:chOff x="0" y="524929"/>
            <a:chExt cx="12192000" cy="6333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24929"/>
              <a:ext cx="12191999" cy="63330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497055" y="6164580"/>
              <a:ext cx="695325" cy="364490"/>
            </a:xfrm>
            <a:custGeom>
              <a:avLst/>
              <a:gdLst/>
              <a:ahLst/>
              <a:cxnLst/>
              <a:rect l="l" t="t" r="r" b="b"/>
              <a:pathLst>
                <a:path w="695325" h="364490">
                  <a:moveTo>
                    <a:pt x="69494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694944" y="364236"/>
                  </a:lnTo>
                  <a:lnTo>
                    <a:pt x="694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06283" y="6164580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724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621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499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525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01328" y="6216052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15" dirty="0"/>
              <a:t> </a:t>
            </a:r>
            <a:r>
              <a:rPr sz="2500" dirty="0"/>
              <a:t>Plus</a:t>
            </a:r>
            <a:r>
              <a:rPr sz="2500" spc="45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400" b="0" i="1" spc="-12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dirty="0">
                <a:solidFill>
                  <a:srgbClr val="494646"/>
                </a:solidFill>
                <a:latin typeface="Segoe UI Light"/>
                <a:cs typeface="Segoe UI Light"/>
              </a:rPr>
              <a:t>de</a:t>
            </a:r>
            <a:r>
              <a:rPr sz="1400" b="0" i="1" spc="-6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trabajo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837" y="609596"/>
            <a:ext cx="11832590" cy="6248400"/>
            <a:chOff x="359837" y="609596"/>
            <a:chExt cx="11832590" cy="6248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837" y="609596"/>
              <a:ext cx="11628924" cy="62483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497056" y="6164579"/>
              <a:ext cx="695325" cy="364490"/>
            </a:xfrm>
            <a:custGeom>
              <a:avLst/>
              <a:gdLst/>
              <a:ahLst/>
              <a:cxnLst/>
              <a:rect l="l" t="t" r="r" b="b"/>
              <a:pathLst>
                <a:path w="695325" h="364490">
                  <a:moveTo>
                    <a:pt x="69494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694944" y="364236"/>
                  </a:lnTo>
                  <a:lnTo>
                    <a:pt x="694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06284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15" dirty="0"/>
              <a:t> </a:t>
            </a:r>
            <a:r>
              <a:rPr sz="2500" dirty="0"/>
              <a:t>Plus</a:t>
            </a:r>
            <a:r>
              <a:rPr sz="2500" spc="45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400" b="0" i="1" spc="-12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dirty="0">
                <a:solidFill>
                  <a:srgbClr val="494646"/>
                </a:solidFill>
                <a:latin typeface="Segoe UI Light"/>
                <a:cs typeface="Segoe UI Light"/>
              </a:rPr>
              <a:t>de</a:t>
            </a:r>
            <a:r>
              <a:rPr sz="1400" b="0" i="1" spc="-6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trabajo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9529" y="474087"/>
            <a:ext cx="11692890" cy="6384290"/>
            <a:chOff x="499529" y="474087"/>
            <a:chExt cx="11692890" cy="63842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529" y="474087"/>
              <a:ext cx="11150600" cy="63839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497056" y="6164580"/>
              <a:ext cx="695325" cy="364490"/>
            </a:xfrm>
            <a:custGeom>
              <a:avLst/>
              <a:gdLst/>
              <a:ahLst/>
              <a:cxnLst/>
              <a:rect l="l" t="t" r="r" b="b"/>
              <a:pathLst>
                <a:path w="695325" h="364490">
                  <a:moveTo>
                    <a:pt x="69494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694944" y="364236"/>
                  </a:lnTo>
                  <a:lnTo>
                    <a:pt x="694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06283" y="6164580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E7E6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724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621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499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525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01329" y="6216052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15" dirty="0"/>
              <a:t> </a:t>
            </a:r>
            <a:r>
              <a:rPr sz="2500" dirty="0"/>
              <a:t>Plus</a:t>
            </a:r>
            <a:r>
              <a:rPr sz="2500" spc="45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400" b="0" i="1" spc="-12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dirty="0">
                <a:solidFill>
                  <a:srgbClr val="494646"/>
                </a:solidFill>
                <a:latin typeface="Segoe UI Light"/>
                <a:cs typeface="Segoe UI Light"/>
              </a:rPr>
              <a:t>de</a:t>
            </a:r>
            <a:r>
              <a:rPr sz="1400" b="0" i="1" spc="-6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trabajo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1870" y="406396"/>
            <a:ext cx="11650345" cy="6451600"/>
            <a:chOff x="541870" y="406396"/>
            <a:chExt cx="11650345" cy="6451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870" y="406396"/>
              <a:ext cx="11345291" cy="64515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497055" y="6164579"/>
              <a:ext cx="695325" cy="364490"/>
            </a:xfrm>
            <a:custGeom>
              <a:avLst/>
              <a:gdLst/>
              <a:ahLst/>
              <a:cxnLst/>
              <a:rect l="l" t="t" r="r" b="b"/>
              <a:pathLst>
                <a:path w="695325" h="364490">
                  <a:moveTo>
                    <a:pt x="69494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694944" y="364236"/>
                  </a:lnTo>
                  <a:lnTo>
                    <a:pt x="694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E7E6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724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621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499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525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01329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15" dirty="0"/>
              <a:t> </a:t>
            </a:r>
            <a:r>
              <a:rPr sz="2500" dirty="0"/>
              <a:t>Plus</a:t>
            </a:r>
            <a:r>
              <a:rPr sz="2500" spc="45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400" b="0" i="1" spc="-12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dirty="0">
                <a:solidFill>
                  <a:srgbClr val="494646"/>
                </a:solidFill>
                <a:latin typeface="Segoe UI Light"/>
                <a:cs typeface="Segoe UI Light"/>
              </a:rPr>
              <a:t>de</a:t>
            </a:r>
            <a:r>
              <a:rPr sz="1400" b="0" i="1" spc="-6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trabajo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0302" y="984499"/>
            <a:ext cx="10039223" cy="587349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5" name="object 5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E7E6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724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621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499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525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15" dirty="0"/>
              <a:t> </a:t>
            </a:r>
            <a:r>
              <a:rPr sz="2500" dirty="0"/>
              <a:t>Plus</a:t>
            </a:r>
            <a:r>
              <a:rPr sz="2500" spc="45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400" b="0" i="1" spc="-12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dirty="0">
                <a:solidFill>
                  <a:srgbClr val="494646"/>
                </a:solidFill>
                <a:latin typeface="Segoe UI Light"/>
                <a:cs typeface="Segoe UI Light"/>
              </a:rPr>
              <a:t>de</a:t>
            </a:r>
            <a:r>
              <a:rPr sz="1400" b="0" i="1" spc="-6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trabajo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1191" y="910839"/>
            <a:ext cx="9195308" cy="594715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5" name="object 5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5F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15" dirty="0"/>
              <a:t> </a:t>
            </a:r>
            <a:r>
              <a:rPr sz="2500" dirty="0"/>
              <a:t>Plus</a:t>
            </a:r>
            <a:r>
              <a:rPr sz="2500" spc="45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400" b="0" i="1" spc="-12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dirty="0">
                <a:solidFill>
                  <a:srgbClr val="494646"/>
                </a:solidFill>
                <a:latin typeface="Segoe UI Light"/>
                <a:cs typeface="Segoe UI Light"/>
              </a:rPr>
              <a:t>de</a:t>
            </a:r>
            <a:r>
              <a:rPr sz="1400" b="0" i="1" spc="-6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trabajo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053571" y="6240779"/>
            <a:ext cx="457200" cy="294640"/>
            <a:chOff x="11053571" y="6240779"/>
            <a:chExt cx="457200" cy="294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1315" y="6240779"/>
              <a:ext cx="219455" cy="2103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53571" y="6240779"/>
              <a:ext cx="199390" cy="294640"/>
            </a:xfrm>
            <a:custGeom>
              <a:avLst/>
              <a:gdLst/>
              <a:ahLst/>
              <a:cxnLst/>
              <a:rect l="l" t="t" r="r" b="b"/>
              <a:pathLst>
                <a:path w="199390" h="294640">
                  <a:moveTo>
                    <a:pt x="115570" y="0"/>
                  </a:moveTo>
                  <a:lnTo>
                    <a:pt x="99949" y="0"/>
                  </a:lnTo>
                  <a:lnTo>
                    <a:pt x="85089" y="1790"/>
                  </a:lnTo>
                  <a:lnTo>
                    <a:pt x="41275" y="23317"/>
                  </a:lnTo>
                  <a:lnTo>
                    <a:pt x="11429" y="59182"/>
                  </a:lnTo>
                  <a:lnTo>
                    <a:pt x="1143" y="89077"/>
                  </a:lnTo>
                  <a:lnTo>
                    <a:pt x="1143" y="96253"/>
                  </a:lnTo>
                  <a:lnTo>
                    <a:pt x="0" y="105219"/>
                  </a:lnTo>
                  <a:lnTo>
                    <a:pt x="0" y="294132"/>
                  </a:lnTo>
                  <a:lnTo>
                    <a:pt x="44323" y="294132"/>
                  </a:lnTo>
                  <a:lnTo>
                    <a:pt x="44323" y="211035"/>
                  </a:lnTo>
                  <a:lnTo>
                    <a:pt x="110235" y="211035"/>
                  </a:lnTo>
                  <a:lnTo>
                    <a:pt x="156845" y="201472"/>
                  </a:lnTo>
                  <a:lnTo>
                    <a:pt x="195199" y="172770"/>
                  </a:lnTo>
                  <a:lnTo>
                    <a:pt x="198374" y="168592"/>
                  </a:lnTo>
                  <a:lnTo>
                    <a:pt x="42545" y="168592"/>
                  </a:lnTo>
                  <a:lnTo>
                    <a:pt x="42545" y="95656"/>
                  </a:lnTo>
                  <a:lnTo>
                    <a:pt x="65912" y="56197"/>
                  </a:lnTo>
                  <a:lnTo>
                    <a:pt x="82676" y="46634"/>
                  </a:lnTo>
                  <a:lnTo>
                    <a:pt x="92201" y="43637"/>
                  </a:lnTo>
                  <a:lnTo>
                    <a:pt x="102997" y="41249"/>
                  </a:lnTo>
                  <a:lnTo>
                    <a:pt x="198881" y="41249"/>
                  </a:lnTo>
                  <a:lnTo>
                    <a:pt x="188086" y="29895"/>
                  </a:lnTo>
                  <a:lnTo>
                    <a:pt x="175513" y="19126"/>
                  </a:lnTo>
                  <a:lnTo>
                    <a:pt x="161671" y="11353"/>
                  </a:lnTo>
                  <a:lnTo>
                    <a:pt x="146684" y="5384"/>
                  </a:lnTo>
                  <a:lnTo>
                    <a:pt x="131699" y="1193"/>
                  </a:lnTo>
                  <a:lnTo>
                    <a:pt x="1155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7998" y="6282029"/>
              <a:ext cx="106551" cy="127342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0442447" y="6240779"/>
            <a:ext cx="594360" cy="210820"/>
            <a:chOff x="10442447" y="6240779"/>
            <a:chExt cx="594360" cy="2108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42447" y="6240779"/>
              <a:ext cx="358139" cy="2103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17351" y="6240779"/>
              <a:ext cx="219455" cy="210311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1405616" y="6352032"/>
            <a:ext cx="50800" cy="45720"/>
          </a:xfrm>
          <a:custGeom>
            <a:avLst/>
            <a:gdLst/>
            <a:ahLst/>
            <a:cxnLst/>
            <a:rect l="l" t="t" r="r" b="b"/>
            <a:pathLst>
              <a:path w="50800" h="45720">
                <a:moveTo>
                  <a:pt x="50291" y="0"/>
                </a:moveTo>
                <a:lnTo>
                  <a:pt x="25400" y="36817"/>
                </a:lnTo>
                <a:lnTo>
                  <a:pt x="0" y="45720"/>
                </a:lnTo>
                <a:lnTo>
                  <a:pt x="50291" y="45720"/>
                </a:lnTo>
                <a:lnTo>
                  <a:pt x="50291" y="0"/>
                </a:lnTo>
                <a:close/>
              </a:path>
            </a:pathLst>
          </a:custGeom>
          <a:solidFill>
            <a:srgbClr val="CC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529059" y="6156959"/>
            <a:ext cx="44450" cy="294640"/>
          </a:xfrm>
          <a:custGeom>
            <a:avLst/>
            <a:gdLst/>
            <a:ahLst/>
            <a:cxnLst/>
            <a:rect l="l" t="t" r="r" b="b"/>
            <a:pathLst>
              <a:path w="44450" h="294639">
                <a:moveTo>
                  <a:pt x="44196" y="0"/>
                </a:moveTo>
                <a:lnTo>
                  <a:pt x="0" y="0"/>
                </a:lnTo>
                <a:lnTo>
                  <a:pt x="0" y="294131"/>
                </a:lnTo>
                <a:lnTo>
                  <a:pt x="44196" y="294131"/>
                </a:lnTo>
                <a:lnTo>
                  <a:pt x="441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EFEFEF"/>
                </a:solidFill>
              </a:rPr>
              <a:t>Contenido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74360" y="2199259"/>
            <a:ext cx="2122805" cy="3742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indent="-224790">
              <a:lnSpc>
                <a:spcPct val="100000"/>
              </a:lnSpc>
              <a:spcBef>
                <a:spcPts val="100"/>
              </a:spcBef>
              <a:buClr>
                <a:srgbClr val="7C7C7C"/>
              </a:buClr>
              <a:buAutoNum type="arabicPeriod"/>
              <a:tabLst>
                <a:tab pos="244475" algn="l"/>
              </a:tabLst>
            </a:pP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Costado</a:t>
            </a:r>
            <a:r>
              <a:rPr sz="180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terminal</a:t>
            </a:r>
            <a:endParaRPr sz="1800">
              <a:latin typeface="Segoe UI Light"/>
              <a:cs typeface="Segoe UI Light"/>
            </a:endParaRPr>
          </a:p>
          <a:p>
            <a:pPr marL="244475" indent="-224790">
              <a:lnSpc>
                <a:spcPct val="100000"/>
              </a:lnSpc>
              <a:spcBef>
                <a:spcPts val="95"/>
              </a:spcBef>
              <a:buClr>
                <a:srgbClr val="7C7C7C"/>
              </a:buClr>
              <a:buAutoNum type="arabicPeriod"/>
              <a:tabLst>
                <a:tab pos="244475" algn="l"/>
              </a:tabLst>
            </a:pP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Costado</a:t>
            </a:r>
            <a:r>
              <a:rPr sz="180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intermedio</a:t>
            </a:r>
            <a:endParaRPr sz="1800">
              <a:latin typeface="Segoe UI Light"/>
              <a:cs typeface="Segoe UI Light"/>
            </a:endParaRPr>
          </a:p>
          <a:p>
            <a:pPr marL="244475" indent="-224790">
              <a:lnSpc>
                <a:spcPct val="100000"/>
              </a:lnSpc>
              <a:spcBef>
                <a:spcPts val="105"/>
              </a:spcBef>
              <a:buClr>
                <a:srgbClr val="7C7C7C"/>
              </a:buClr>
              <a:buAutoNum type="arabicPeriod"/>
              <a:tabLst>
                <a:tab pos="244475" algn="l"/>
              </a:tabLst>
            </a:pP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Viga</a:t>
            </a:r>
            <a:r>
              <a:rPr sz="180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refuerzo</a:t>
            </a:r>
            <a:endParaRPr sz="1800">
              <a:latin typeface="Segoe UI Light"/>
              <a:cs typeface="Segoe UI Light"/>
            </a:endParaRPr>
          </a:p>
          <a:p>
            <a:pPr marL="245110" indent="-225425">
              <a:lnSpc>
                <a:spcPct val="100000"/>
              </a:lnSpc>
              <a:spcBef>
                <a:spcPts val="100"/>
              </a:spcBef>
              <a:buClr>
                <a:srgbClr val="7C7C7C"/>
              </a:buClr>
              <a:buAutoNum type="arabicPeriod"/>
              <a:tabLst>
                <a:tab pos="245110" algn="l"/>
              </a:tabLst>
            </a:pP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Ducto</a:t>
            </a:r>
            <a:r>
              <a:rPr sz="1800" spc="-1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cableado</a:t>
            </a:r>
            <a:endParaRPr sz="1800">
              <a:latin typeface="Segoe UI Light"/>
              <a:cs typeface="Segoe UI Light"/>
            </a:endParaRPr>
          </a:p>
          <a:p>
            <a:pPr marL="245110" indent="-225425">
              <a:lnSpc>
                <a:spcPct val="100000"/>
              </a:lnSpc>
              <a:spcBef>
                <a:spcPts val="95"/>
              </a:spcBef>
              <a:buClr>
                <a:srgbClr val="7C7C7C"/>
              </a:buClr>
              <a:buAutoNum type="arabicPeriod"/>
              <a:tabLst>
                <a:tab pos="245110" algn="l"/>
              </a:tabLst>
            </a:pP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Ducto</a:t>
            </a:r>
            <a:r>
              <a:rPr sz="1800" spc="-1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bajante</a:t>
            </a:r>
            <a:endParaRPr sz="1800">
              <a:latin typeface="Segoe UI Light"/>
              <a:cs typeface="Segoe UI Light"/>
            </a:endParaRPr>
          </a:p>
          <a:p>
            <a:pPr marL="245110" indent="-225425">
              <a:lnSpc>
                <a:spcPct val="100000"/>
              </a:lnSpc>
              <a:spcBef>
                <a:spcPts val="110"/>
              </a:spcBef>
              <a:buClr>
                <a:srgbClr val="7C7C7C"/>
              </a:buClr>
              <a:buAutoNum type="arabicPeriod"/>
              <a:tabLst>
                <a:tab pos="245110" algn="l"/>
              </a:tabLst>
            </a:pPr>
            <a:r>
              <a:rPr sz="1800" spc="-75" dirty="0">
                <a:solidFill>
                  <a:srgbClr val="FFFFFF"/>
                </a:solidFill>
                <a:latin typeface="Segoe UI Light"/>
                <a:cs typeface="Segoe UI Light"/>
              </a:rPr>
              <a:t>Tapa</a:t>
            </a:r>
            <a:r>
              <a:rPr sz="180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ducto</a:t>
            </a:r>
            <a:endParaRPr sz="1800">
              <a:latin typeface="Segoe UI Light"/>
              <a:cs typeface="Segoe UI Light"/>
            </a:endParaRPr>
          </a:p>
          <a:p>
            <a:pPr marL="246379" indent="-226695">
              <a:lnSpc>
                <a:spcPct val="100000"/>
              </a:lnSpc>
              <a:spcBef>
                <a:spcPts val="95"/>
              </a:spcBef>
              <a:buClr>
                <a:srgbClr val="7C7C7C"/>
              </a:buClr>
              <a:buAutoNum type="arabicPeriod"/>
              <a:tabLst>
                <a:tab pos="246379" algn="l"/>
              </a:tabLst>
            </a:pP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Superficie</a:t>
            </a:r>
            <a:endParaRPr sz="1800">
              <a:latin typeface="Segoe UI Light"/>
              <a:cs typeface="Segoe UI Light"/>
            </a:endParaRPr>
          </a:p>
          <a:p>
            <a:pPr marL="245110" indent="-225425">
              <a:lnSpc>
                <a:spcPts val="2130"/>
              </a:lnSpc>
              <a:spcBef>
                <a:spcPts val="95"/>
              </a:spcBef>
              <a:buClr>
                <a:srgbClr val="7C7C7C"/>
              </a:buClr>
              <a:buAutoNum type="arabicPeriod"/>
              <a:tabLst>
                <a:tab pos="245110" algn="l"/>
              </a:tabLst>
            </a:pPr>
            <a:r>
              <a:rPr sz="1800" spc="-35" dirty="0">
                <a:solidFill>
                  <a:srgbClr val="FFFFFF"/>
                </a:solidFill>
                <a:latin typeface="Segoe UI Light"/>
                <a:cs typeface="Segoe UI Light"/>
              </a:rPr>
              <a:t>Pantalla</a:t>
            </a:r>
            <a:r>
              <a:rPr sz="180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frontal</a:t>
            </a:r>
            <a:endParaRPr sz="1800">
              <a:latin typeface="Segoe UI Light"/>
              <a:cs typeface="Segoe UI Light"/>
            </a:endParaRPr>
          </a:p>
          <a:p>
            <a:pPr marL="244475" indent="-224790">
              <a:lnSpc>
                <a:spcPts val="2130"/>
              </a:lnSpc>
              <a:buClr>
                <a:srgbClr val="7C7C7C"/>
              </a:buClr>
              <a:buAutoNum type="arabicPeriod"/>
              <a:tabLst>
                <a:tab pos="244475" algn="l"/>
              </a:tabLst>
            </a:pP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Pantalla</a:t>
            </a:r>
            <a:r>
              <a:rPr sz="18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lateral</a:t>
            </a:r>
            <a:endParaRPr sz="1800">
              <a:latin typeface="Segoe UI Light"/>
              <a:cs typeface="Segoe UI Light"/>
            </a:endParaRPr>
          </a:p>
          <a:p>
            <a:pPr marL="262255" indent="-261620">
              <a:lnSpc>
                <a:spcPct val="100000"/>
              </a:lnSpc>
              <a:spcBef>
                <a:spcPts val="85"/>
              </a:spcBef>
              <a:buClr>
                <a:srgbClr val="7C7C7C"/>
              </a:buClr>
              <a:buSzPct val="94444"/>
              <a:buAutoNum type="arabicPeriod"/>
              <a:tabLst>
                <a:tab pos="262255" algn="l"/>
              </a:tabLst>
            </a:pP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Grommet</a:t>
            </a:r>
            <a:endParaRPr sz="1800">
              <a:latin typeface="Segoe UI Light"/>
              <a:cs typeface="Segoe UI Light"/>
            </a:endParaRPr>
          </a:p>
          <a:p>
            <a:pPr marL="245110" indent="-225425">
              <a:lnSpc>
                <a:spcPct val="100000"/>
              </a:lnSpc>
              <a:spcBef>
                <a:spcPts val="250"/>
              </a:spcBef>
              <a:buClr>
                <a:srgbClr val="7C7C7C"/>
              </a:buClr>
              <a:buSzPct val="97222"/>
              <a:buAutoNum type="arabicPeriod"/>
              <a:tabLst>
                <a:tab pos="245110" algn="l"/>
              </a:tabLst>
            </a:pP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Accesorios</a:t>
            </a:r>
            <a:endParaRPr sz="1800">
              <a:latin typeface="Segoe UI Light"/>
              <a:cs typeface="Segoe UI Light"/>
            </a:endParaRPr>
          </a:p>
          <a:p>
            <a:pPr marL="265430" indent="-255904">
              <a:lnSpc>
                <a:spcPct val="100000"/>
              </a:lnSpc>
              <a:spcBef>
                <a:spcPts val="100"/>
              </a:spcBef>
              <a:buClr>
                <a:srgbClr val="7C7C7C"/>
              </a:buClr>
              <a:buSzPct val="91666"/>
              <a:buAutoNum type="arabicPeriod"/>
              <a:tabLst>
                <a:tab pos="265430" algn="l"/>
              </a:tabLst>
            </a:pP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Soporte</a:t>
            </a:r>
            <a:r>
              <a:rPr sz="180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pedestal</a:t>
            </a:r>
            <a:endParaRPr sz="1800">
              <a:latin typeface="Segoe UI Light"/>
              <a:cs typeface="Segoe UI Light"/>
            </a:endParaRPr>
          </a:p>
          <a:p>
            <a:pPr marL="266700" indent="-255904">
              <a:lnSpc>
                <a:spcPct val="100000"/>
              </a:lnSpc>
              <a:spcBef>
                <a:spcPts val="110"/>
              </a:spcBef>
              <a:buClr>
                <a:srgbClr val="7C7C7C"/>
              </a:buClr>
              <a:buSzPct val="97222"/>
              <a:buAutoNum type="arabicPeriod"/>
              <a:tabLst>
                <a:tab pos="266700" algn="l"/>
              </a:tabLst>
            </a:pP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Cimbra</a:t>
            </a:r>
            <a:endParaRPr sz="1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7776" y="1716023"/>
            <a:ext cx="5571490" cy="4437380"/>
            <a:chOff x="747776" y="1716023"/>
            <a:chExt cx="5571490" cy="4437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8483" y="1716023"/>
              <a:ext cx="3470275" cy="27429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776" y="3486784"/>
              <a:ext cx="3675253" cy="266661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223250" y="2268727"/>
            <a:ext cx="1485900" cy="176148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04"/>
              </a:spcBef>
              <a:buClr>
                <a:srgbClr val="7C7C7C"/>
              </a:buClr>
              <a:buFont typeface="Segoe UI Light"/>
              <a:buAutoNum type="arabicPeriod"/>
              <a:tabLst>
                <a:tab pos="240665" algn="l"/>
              </a:tabLst>
            </a:pPr>
            <a:r>
              <a:rPr sz="1200" spc="-20" dirty="0">
                <a:solidFill>
                  <a:srgbClr val="7C7C7C"/>
                </a:solidFill>
                <a:latin typeface="Segoe UI Light"/>
                <a:cs typeface="Segoe UI Light"/>
              </a:rPr>
              <a:t>Costado</a:t>
            </a:r>
            <a:r>
              <a:rPr sz="1200" spc="-25" dirty="0">
                <a:solidFill>
                  <a:srgbClr val="7C7C7C"/>
                </a:solidFill>
                <a:latin typeface="Segoe UI Light"/>
                <a:cs typeface="Segoe UI Light"/>
              </a:rPr>
              <a:t> </a:t>
            </a:r>
            <a:r>
              <a:rPr sz="1200" spc="-10" dirty="0">
                <a:solidFill>
                  <a:srgbClr val="7C7C7C"/>
                </a:solidFill>
                <a:latin typeface="Segoe UI Light"/>
                <a:cs typeface="Segoe UI Light"/>
              </a:rPr>
              <a:t>terminal</a:t>
            </a:r>
            <a:endParaRPr sz="1200">
              <a:latin typeface="Segoe UI Light"/>
              <a:cs typeface="Segoe UI Light"/>
            </a:endParaRPr>
          </a:p>
          <a:p>
            <a:pPr marL="236854" indent="-224154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236854" algn="l"/>
              </a:tabLst>
            </a:pPr>
            <a:r>
              <a:rPr sz="1200" spc="-20" dirty="0">
                <a:solidFill>
                  <a:srgbClr val="7C7C7C"/>
                </a:solidFill>
                <a:latin typeface="Segoe UI Light"/>
                <a:cs typeface="Segoe UI Light"/>
              </a:rPr>
              <a:t>Costado</a:t>
            </a:r>
            <a:r>
              <a:rPr sz="1200" spc="-35" dirty="0">
                <a:solidFill>
                  <a:srgbClr val="7C7C7C"/>
                </a:solidFill>
                <a:latin typeface="Segoe UI Light"/>
                <a:cs typeface="Segoe UI Light"/>
              </a:rPr>
              <a:t> </a:t>
            </a:r>
            <a:r>
              <a:rPr sz="1200" spc="-10" dirty="0">
                <a:solidFill>
                  <a:srgbClr val="7C7C7C"/>
                </a:solidFill>
                <a:latin typeface="Segoe UI Light"/>
                <a:cs typeface="Segoe UI Light"/>
              </a:rPr>
              <a:t>intermedio</a:t>
            </a:r>
            <a:endParaRPr sz="1200">
              <a:latin typeface="Segoe UI Light"/>
              <a:cs typeface="Segoe UI Light"/>
            </a:endParaRPr>
          </a:p>
          <a:p>
            <a:pPr marL="237490" indent="-22479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37490" algn="l"/>
              </a:tabLst>
            </a:pPr>
            <a:r>
              <a:rPr sz="1200" spc="-25" dirty="0">
                <a:solidFill>
                  <a:srgbClr val="7C7C7C"/>
                </a:solidFill>
                <a:latin typeface="Segoe UI Light"/>
                <a:cs typeface="Segoe UI Light"/>
              </a:rPr>
              <a:t>Viga</a:t>
            </a:r>
            <a:r>
              <a:rPr sz="1200" spc="-55" dirty="0">
                <a:solidFill>
                  <a:srgbClr val="7C7C7C"/>
                </a:solidFill>
                <a:latin typeface="Segoe UI Light"/>
                <a:cs typeface="Segoe UI Light"/>
              </a:rPr>
              <a:t> </a:t>
            </a:r>
            <a:r>
              <a:rPr sz="1200" spc="-10" dirty="0">
                <a:solidFill>
                  <a:srgbClr val="7C7C7C"/>
                </a:solidFill>
                <a:latin typeface="Segoe UI Light"/>
                <a:cs typeface="Segoe UI Light"/>
              </a:rPr>
              <a:t>refuerzo</a:t>
            </a:r>
            <a:endParaRPr sz="1200">
              <a:latin typeface="Segoe UI Light"/>
              <a:cs typeface="Segoe UI Light"/>
            </a:endParaRPr>
          </a:p>
          <a:p>
            <a:pPr marL="237490" indent="-22479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37490" algn="l"/>
              </a:tabLst>
            </a:pPr>
            <a:r>
              <a:rPr sz="1200" spc="-20" dirty="0">
                <a:solidFill>
                  <a:srgbClr val="7C7C7C"/>
                </a:solidFill>
                <a:latin typeface="Segoe UI Light"/>
                <a:cs typeface="Segoe UI Light"/>
              </a:rPr>
              <a:t>Ducto</a:t>
            </a:r>
            <a:r>
              <a:rPr sz="1200" spc="-35" dirty="0">
                <a:solidFill>
                  <a:srgbClr val="7C7C7C"/>
                </a:solidFill>
                <a:latin typeface="Segoe UI Light"/>
                <a:cs typeface="Segoe UI Light"/>
              </a:rPr>
              <a:t> </a:t>
            </a:r>
            <a:r>
              <a:rPr sz="1200" spc="-10" dirty="0">
                <a:solidFill>
                  <a:srgbClr val="7C7C7C"/>
                </a:solidFill>
                <a:latin typeface="Segoe UI Light"/>
                <a:cs typeface="Segoe UI Light"/>
              </a:rPr>
              <a:t>cableado</a:t>
            </a:r>
            <a:endParaRPr sz="1200">
              <a:latin typeface="Segoe UI Light"/>
              <a:cs typeface="Segoe UI Light"/>
            </a:endParaRPr>
          </a:p>
          <a:p>
            <a:pPr marL="237490" indent="-22479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237490" algn="l"/>
              </a:tabLst>
            </a:pPr>
            <a:r>
              <a:rPr sz="1200" spc="-10" dirty="0">
                <a:solidFill>
                  <a:srgbClr val="7C7C7C"/>
                </a:solidFill>
                <a:latin typeface="Segoe UI Light"/>
                <a:cs typeface="Segoe UI Light"/>
              </a:rPr>
              <a:t>Ducto</a:t>
            </a:r>
            <a:r>
              <a:rPr sz="1200" spc="-70" dirty="0">
                <a:solidFill>
                  <a:srgbClr val="7C7C7C"/>
                </a:solidFill>
                <a:latin typeface="Segoe UI Light"/>
                <a:cs typeface="Segoe UI Light"/>
              </a:rPr>
              <a:t> </a:t>
            </a:r>
            <a:r>
              <a:rPr sz="1200" spc="-10" dirty="0">
                <a:solidFill>
                  <a:srgbClr val="7C7C7C"/>
                </a:solidFill>
                <a:latin typeface="Segoe UI Light"/>
                <a:cs typeface="Segoe UI Light"/>
              </a:rPr>
              <a:t>bajante</a:t>
            </a:r>
            <a:endParaRPr sz="1200">
              <a:latin typeface="Segoe UI Light"/>
              <a:cs typeface="Segoe UI Light"/>
            </a:endParaRPr>
          </a:p>
          <a:p>
            <a:pPr marL="237490" indent="-22479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37490" algn="l"/>
              </a:tabLst>
            </a:pPr>
            <a:r>
              <a:rPr sz="1200" spc="-60" dirty="0">
                <a:solidFill>
                  <a:srgbClr val="7C7C7C"/>
                </a:solidFill>
                <a:latin typeface="Segoe UI Light"/>
                <a:cs typeface="Segoe UI Light"/>
              </a:rPr>
              <a:t>Tapa</a:t>
            </a:r>
            <a:r>
              <a:rPr sz="1200" spc="-50" dirty="0">
                <a:solidFill>
                  <a:srgbClr val="7C7C7C"/>
                </a:solidFill>
                <a:latin typeface="Segoe UI Light"/>
                <a:cs typeface="Segoe UI Light"/>
              </a:rPr>
              <a:t> </a:t>
            </a:r>
            <a:r>
              <a:rPr sz="1200" spc="-10" dirty="0">
                <a:solidFill>
                  <a:srgbClr val="7C7C7C"/>
                </a:solidFill>
                <a:latin typeface="Segoe UI Light"/>
                <a:cs typeface="Segoe UI Light"/>
              </a:rPr>
              <a:t>ducto</a:t>
            </a:r>
            <a:endParaRPr sz="1200">
              <a:latin typeface="Segoe UI Light"/>
              <a:cs typeface="Segoe UI Light"/>
            </a:endParaRPr>
          </a:p>
          <a:p>
            <a:pPr marL="237490" indent="-22479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37490" algn="l"/>
              </a:tabLst>
            </a:pPr>
            <a:r>
              <a:rPr sz="1200" spc="-10" dirty="0">
                <a:solidFill>
                  <a:srgbClr val="7C7C7C"/>
                </a:solidFill>
                <a:latin typeface="Segoe UI Light"/>
                <a:cs typeface="Segoe UI Light"/>
              </a:rPr>
              <a:t>Superficie</a:t>
            </a:r>
            <a:endParaRPr sz="1200">
              <a:latin typeface="Segoe UI Light"/>
              <a:cs typeface="Segoe UI Light"/>
            </a:endParaRPr>
          </a:p>
          <a:p>
            <a:pPr marL="237490" indent="-224790">
              <a:lnSpc>
                <a:spcPct val="100000"/>
              </a:lnSpc>
              <a:buAutoNum type="arabicPeriod"/>
              <a:tabLst>
                <a:tab pos="237490" algn="l"/>
              </a:tabLst>
            </a:pPr>
            <a:r>
              <a:rPr sz="1200" spc="-40" dirty="0">
                <a:solidFill>
                  <a:srgbClr val="7C7C7C"/>
                </a:solidFill>
                <a:latin typeface="Segoe UI Light"/>
                <a:cs typeface="Segoe UI Light"/>
              </a:rPr>
              <a:t>Pantalla</a:t>
            </a:r>
            <a:r>
              <a:rPr sz="1200" spc="-5" dirty="0">
                <a:solidFill>
                  <a:srgbClr val="7C7C7C"/>
                </a:solidFill>
                <a:latin typeface="Segoe UI Light"/>
                <a:cs typeface="Segoe UI Light"/>
              </a:rPr>
              <a:t> </a:t>
            </a:r>
            <a:r>
              <a:rPr sz="1200" spc="-10" dirty="0">
                <a:solidFill>
                  <a:srgbClr val="7C7C7C"/>
                </a:solidFill>
                <a:latin typeface="Segoe UI Light"/>
                <a:cs typeface="Segoe UI Light"/>
              </a:rPr>
              <a:t>frontal</a:t>
            </a:r>
            <a:endParaRPr sz="1200">
              <a:latin typeface="Segoe UI Light"/>
              <a:cs typeface="Segoe UI Light"/>
            </a:endParaRPr>
          </a:p>
          <a:p>
            <a:pPr marL="236854" indent="-224154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36854" algn="l"/>
              </a:tabLst>
            </a:pPr>
            <a:r>
              <a:rPr sz="1200" spc="-10" dirty="0">
                <a:solidFill>
                  <a:srgbClr val="7C7C7C"/>
                </a:solidFill>
                <a:latin typeface="Segoe UI Light"/>
                <a:cs typeface="Segoe UI Light"/>
              </a:rPr>
              <a:t>Grommet</a:t>
            </a:r>
            <a:endParaRPr sz="1200">
              <a:latin typeface="Segoe UI Light"/>
              <a:cs typeface="Segoe UI Ligh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80" dirty="0"/>
              <a:t> </a:t>
            </a:r>
            <a:r>
              <a:rPr sz="2500" spc="-65" dirty="0"/>
              <a:t>Plus</a:t>
            </a:r>
            <a:r>
              <a:rPr sz="2500" spc="-500" dirty="0"/>
              <a:t> </a:t>
            </a:r>
            <a:r>
              <a:rPr sz="1200" b="0" dirty="0">
                <a:latin typeface="Segoe UI Light"/>
                <a:cs typeface="Segoe UI Light"/>
              </a:rPr>
              <a:t>-</a:t>
            </a:r>
            <a:r>
              <a:rPr sz="1200" b="0" spc="-5" dirty="0"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Componentes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9" name="object 9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25773" y="3090418"/>
            <a:ext cx="793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solidFill>
                  <a:srgbClr val="EFEFEF"/>
                </a:solidFill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3855" y="4339590"/>
            <a:ext cx="793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FEFEF"/>
                </a:solidFill>
                <a:latin typeface="Trebuchet MS"/>
                <a:cs typeface="Trebuchet MS"/>
              </a:rPr>
              <a:t>8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07033" y="3168776"/>
            <a:ext cx="793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solidFill>
                  <a:srgbClr val="EFEFEF"/>
                </a:solidFill>
                <a:latin typeface="Trebuchet MS"/>
                <a:cs typeface="Trebuchet MS"/>
              </a:rPr>
              <a:t>7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26155" y="2138298"/>
            <a:ext cx="2831465" cy="959485"/>
            <a:chOff x="3026155" y="2138298"/>
            <a:chExt cx="2831465" cy="95948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2911" y="3012949"/>
              <a:ext cx="84580" cy="845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26155" y="2138298"/>
              <a:ext cx="152400" cy="1524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057525" y="2110181"/>
            <a:ext cx="90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8200" y="2557526"/>
            <a:ext cx="152400" cy="1524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679696" y="2530220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9029" y="3615182"/>
            <a:ext cx="152400" cy="1524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660017" y="3587877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11348" y="4309871"/>
            <a:ext cx="152400" cy="1524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442464" y="4283202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418078" y="3485007"/>
            <a:ext cx="2542540" cy="1826260"/>
            <a:chOff x="3418078" y="3485007"/>
            <a:chExt cx="2542540" cy="1826260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18078" y="5158613"/>
              <a:ext cx="152400" cy="1524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07837" y="3485007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839714" y="3457702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95370" y="3810000"/>
            <a:ext cx="2593340" cy="1834514"/>
            <a:chOff x="3595370" y="3810000"/>
            <a:chExt cx="2593340" cy="1834514"/>
          </a:xfrm>
        </p:grpSpPr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5370" y="5491733"/>
              <a:ext cx="152400" cy="1524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5802" y="3810000"/>
              <a:ext cx="152400" cy="1524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067805" y="3782948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33600" y="4953000"/>
            <a:ext cx="152400" cy="15240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2164460" y="4926329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81980" y="3637407"/>
            <a:ext cx="152400" cy="152400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5213984" y="3610102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86200" y="3140836"/>
            <a:ext cx="152400" cy="152400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917696" y="3113658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5304" y="5006213"/>
            <a:ext cx="152400" cy="152400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836166" y="4979670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51195" y="4390644"/>
            <a:ext cx="152400" cy="15240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5783071" y="4363973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41878" y="6063653"/>
            <a:ext cx="152400" cy="152400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3373373" y="6037579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45" name="object 4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67450" y="3733800"/>
            <a:ext cx="152400" cy="152400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6299453" y="3706748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86200" y="5339334"/>
            <a:ext cx="152400" cy="152400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3449573" y="5105171"/>
            <a:ext cx="557530" cy="5346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000">
              <a:latin typeface="Calibri"/>
              <a:cs typeface="Calibri"/>
            </a:endParaRPr>
          </a:p>
          <a:p>
            <a:pPr marL="480059">
              <a:lnSpc>
                <a:spcPct val="100000"/>
              </a:lnSpc>
              <a:spcBef>
                <a:spcPts val="200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  <a:p>
            <a:pPr marL="190500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014577" y="2042096"/>
            <a:ext cx="5070475" cy="3380104"/>
            <a:chOff x="1014577" y="2042096"/>
            <a:chExt cx="5070475" cy="3380104"/>
          </a:xfrm>
        </p:grpSpPr>
        <p:sp>
          <p:nvSpPr>
            <p:cNvPr id="50" name="object 50"/>
            <p:cNvSpPr/>
            <p:nvPr/>
          </p:nvSpPr>
          <p:spPr>
            <a:xfrm>
              <a:off x="1016165" y="2043683"/>
              <a:ext cx="5067300" cy="3376929"/>
            </a:xfrm>
            <a:custGeom>
              <a:avLst/>
              <a:gdLst/>
              <a:ahLst/>
              <a:cxnLst/>
              <a:rect l="l" t="t" r="r" b="b"/>
              <a:pathLst>
                <a:path w="5067300" h="3376929">
                  <a:moveTo>
                    <a:pt x="50634" y="1907793"/>
                  </a:moveTo>
                  <a:lnTo>
                    <a:pt x="2565234" y="3359530"/>
                  </a:lnTo>
                </a:path>
                <a:path w="5067300" h="3376929">
                  <a:moveTo>
                    <a:pt x="0" y="1924939"/>
                  </a:moveTo>
                  <a:lnTo>
                    <a:pt x="2514561" y="3376676"/>
                  </a:lnTo>
                </a:path>
                <a:path w="5067300" h="3376929">
                  <a:moveTo>
                    <a:pt x="2115908" y="0"/>
                  </a:moveTo>
                  <a:lnTo>
                    <a:pt x="5067134" y="1703832"/>
                  </a:lnTo>
                </a:path>
                <a:path w="5067300" h="3376929">
                  <a:moveTo>
                    <a:pt x="2056472" y="20065"/>
                  </a:moveTo>
                  <a:lnTo>
                    <a:pt x="5007698" y="1723897"/>
                  </a:lnTo>
                </a:path>
              </a:pathLst>
            </a:custGeom>
            <a:ln w="3175">
              <a:solidFill>
                <a:srgbClr val="BDBDB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38854" y="2266822"/>
              <a:ext cx="152400" cy="152400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3570223" y="2239517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3" name="object 5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96581" y="4034028"/>
            <a:ext cx="152412" cy="152400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1227531" y="4007358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15389"/>
            <a:ext cx="4830952" cy="318033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496675" y="6165850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5" name="object 5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130" dirty="0"/>
              <a:t> </a:t>
            </a:r>
            <a:r>
              <a:rPr sz="2500" dirty="0"/>
              <a:t>Plus</a:t>
            </a:r>
            <a:r>
              <a:rPr sz="2500" spc="60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Costados</a:t>
            </a:r>
            <a:r>
              <a:rPr sz="1400" b="0" i="1" spc="-6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400" b="0" i="1" spc="-10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doble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694" y="4712334"/>
            <a:ext cx="4742180" cy="1412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Segoe UI Light"/>
                <a:cs typeface="Segoe UI Light"/>
              </a:rPr>
              <a:t>CONDICIONES</a:t>
            </a:r>
            <a:r>
              <a:rPr sz="900" dirty="0">
                <a:latin typeface="Segoe UI Light"/>
                <a:cs typeface="Segoe UI Light"/>
              </a:rPr>
              <a:t> Y</a:t>
            </a:r>
            <a:r>
              <a:rPr sz="900" spc="6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RESTRICCIONES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costados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son</a:t>
            </a:r>
            <a:r>
              <a:rPr sz="900" spc="2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rematables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en</a:t>
            </a:r>
            <a:r>
              <a:rPr sz="900" spc="2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profundidad</a:t>
            </a:r>
            <a:r>
              <a:rPr sz="900" spc="4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Nominal</a:t>
            </a:r>
            <a:r>
              <a:rPr sz="900" dirty="0">
                <a:latin typeface="Segoe UI Light"/>
                <a:cs typeface="Segoe UI Light"/>
              </a:rPr>
              <a:t> (N)</a:t>
            </a:r>
            <a:r>
              <a:rPr sz="900" spc="27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desde</a:t>
            </a:r>
            <a:r>
              <a:rPr sz="900" spc="-5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120cm</a:t>
            </a:r>
            <a:r>
              <a:rPr sz="900" spc="-8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hasta</a:t>
            </a:r>
            <a:r>
              <a:rPr sz="900" spc="5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150cm.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En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costados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terminales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</a:t>
            </a:r>
            <a:r>
              <a:rPr sz="900" spc="3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profundidad</a:t>
            </a:r>
            <a:r>
              <a:rPr sz="900" spc="8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Real</a:t>
            </a:r>
            <a:r>
              <a:rPr sz="900" spc="204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=</a:t>
            </a:r>
            <a:r>
              <a:rPr sz="900" spc="2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Nominal </a:t>
            </a:r>
            <a:r>
              <a:rPr sz="900" dirty="0">
                <a:latin typeface="Segoe UI Light"/>
                <a:cs typeface="Segoe UI Light"/>
              </a:rPr>
              <a:t>(N)</a:t>
            </a:r>
            <a:r>
              <a:rPr sz="900" spc="-2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–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1.0cm.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En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-20" dirty="0">
                <a:latin typeface="Segoe UI Light"/>
                <a:cs typeface="Segoe UI Light"/>
              </a:rPr>
              <a:t> costados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Intermedios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</a:t>
            </a:r>
            <a:r>
              <a:rPr sz="900" spc="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profundidad</a:t>
            </a:r>
            <a:r>
              <a:rPr sz="900" spc="7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Real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=</a:t>
            </a:r>
            <a:r>
              <a:rPr sz="900" spc="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(Nominal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(N)/2)</a:t>
            </a:r>
            <a:r>
              <a:rPr sz="900" spc="-2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+</a:t>
            </a:r>
            <a:r>
              <a:rPr sz="900" spc="1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12.58cm.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Cuando se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requieran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remates,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solicitar</a:t>
            </a:r>
            <a:r>
              <a:rPr sz="900" spc="4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con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el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código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</a:t>
            </a:r>
            <a:r>
              <a:rPr sz="900" spc="4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Nominal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(N)</a:t>
            </a:r>
            <a:r>
              <a:rPr sz="900" spc="-30" dirty="0">
                <a:latin typeface="Segoe UI Light"/>
                <a:cs typeface="Segoe UI Light"/>
              </a:rPr>
              <a:t> inmediatamente</a:t>
            </a:r>
            <a:r>
              <a:rPr sz="900" spc="4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superior.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costados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Intermedios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incluyen</a:t>
            </a:r>
            <a:r>
              <a:rPr sz="900" spc="5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dos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laminas</a:t>
            </a:r>
            <a:r>
              <a:rPr sz="900" spc="3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superficies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(pequeñas).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2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costados</a:t>
            </a:r>
            <a:r>
              <a:rPr sz="900" spc="1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terminales</a:t>
            </a:r>
            <a:r>
              <a:rPr sz="900" spc="3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tienen</a:t>
            </a:r>
            <a:r>
              <a:rPr sz="900" spc="1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diferentes</a:t>
            </a:r>
            <a:r>
              <a:rPr sz="900" spc="1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opciones.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costados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intermedios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solo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son </a:t>
            </a:r>
            <a:r>
              <a:rPr sz="900" spc="-10" dirty="0">
                <a:latin typeface="Segoe UI Light"/>
                <a:cs typeface="Segoe UI Light"/>
              </a:rPr>
              <a:t>rectangulares.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latin typeface="Segoe UI Light"/>
                <a:cs typeface="Segoe UI Light"/>
              </a:rPr>
              <a:t>Definir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el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acabado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pintura.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0423" y="2381503"/>
            <a:ext cx="194500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Segoe UI Light"/>
                <a:cs typeface="Segoe UI Light"/>
              </a:rPr>
              <a:t>Costado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900">
              <a:latin typeface="Segoe UI Light"/>
              <a:cs typeface="Segoe UI Light"/>
            </a:endParaRPr>
          </a:p>
          <a:p>
            <a:pPr marL="1135380" marR="5080">
              <a:lnSpc>
                <a:spcPct val="100000"/>
              </a:lnSpc>
            </a:pPr>
            <a:r>
              <a:rPr sz="900" spc="-10" dirty="0">
                <a:latin typeface="Segoe UI Light"/>
                <a:cs typeface="Segoe UI Light"/>
              </a:rPr>
              <a:t>Costado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terminal </a:t>
            </a:r>
            <a:r>
              <a:rPr sz="900" spc="-10" dirty="0">
                <a:latin typeface="Segoe UI Light"/>
                <a:cs typeface="Segoe UI Light"/>
              </a:rPr>
              <a:t>rectangular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0836" y="1293113"/>
            <a:ext cx="114300" cy="810895"/>
          </a:xfrm>
          <a:custGeom>
            <a:avLst/>
            <a:gdLst/>
            <a:ahLst/>
            <a:cxnLst/>
            <a:rect l="l" t="t" r="r" b="b"/>
            <a:pathLst>
              <a:path w="114300" h="810894">
                <a:moveTo>
                  <a:pt x="44792" y="106680"/>
                </a:moveTo>
                <a:lnTo>
                  <a:pt x="43472" y="81407"/>
                </a:lnTo>
                <a:lnTo>
                  <a:pt x="37134" y="81661"/>
                </a:lnTo>
                <a:lnTo>
                  <a:pt x="38442" y="107061"/>
                </a:lnTo>
                <a:lnTo>
                  <a:pt x="44792" y="106680"/>
                </a:lnTo>
                <a:close/>
              </a:path>
              <a:path w="114300" h="810894">
                <a:moveTo>
                  <a:pt x="47091" y="151130"/>
                </a:moveTo>
                <a:lnTo>
                  <a:pt x="45770" y="125730"/>
                </a:lnTo>
                <a:lnTo>
                  <a:pt x="39433" y="126111"/>
                </a:lnTo>
                <a:lnTo>
                  <a:pt x="40754" y="151511"/>
                </a:lnTo>
                <a:lnTo>
                  <a:pt x="47091" y="151130"/>
                </a:lnTo>
                <a:close/>
              </a:path>
              <a:path w="114300" h="810894">
                <a:moveTo>
                  <a:pt x="49390" y="195580"/>
                </a:moveTo>
                <a:lnTo>
                  <a:pt x="48082" y="170180"/>
                </a:lnTo>
                <a:lnTo>
                  <a:pt x="41732" y="170434"/>
                </a:lnTo>
                <a:lnTo>
                  <a:pt x="43053" y="195834"/>
                </a:lnTo>
                <a:lnTo>
                  <a:pt x="49390" y="195580"/>
                </a:lnTo>
                <a:close/>
              </a:path>
              <a:path w="114300" h="810894">
                <a:moveTo>
                  <a:pt x="51701" y="239903"/>
                </a:moveTo>
                <a:lnTo>
                  <a:pt x="50380" y="214503"/>
                </a:lnTo>
                <a:lnTo>
                  <a:pt x="44043" y="214884"/>
                </a:lnTo>
                <a:lnTo>
                  <a:pt x="45351" y="240284"/>
                </a:lnTo>
                <a:lnTo>
                  <a:pt x="51701" y="239903"/>
                </a:lnTo>
                <a:close/>
              </a:path>
              <a:path w="114300" h="810894">
                <a:moveTo>
                  <a:pt x="54000" y="284353"/>
                </a:moveTo>
                <a:lnTo>
                  <a:pt x="52679" y="258953"/>
                </a:lnTo>
                <a:lnTo>
                  <a:pt x="46342" y="259207"/>
                </a:lnTo>
                <a:lnTo>
                  <a:pt x="47663" y="284607"/>
                </a:lnTo>
                <a:lnTo>
                  <a:pt x="54000" y="284353"/>
                </a:lnTo>
                <a:close/>
              </a:path>
              <a:path w="114300" h="810894">
                <a:moveTo>
                  <a:pt x="56299" y="328676"/>
                </a:moveTo>
                <a:lnTo>
                  <a:pt x="54991" y="303276"/>
                </a:lnTo>
                <a:lnTo>
                  <a:pt x="48641" y="303657"/>
                </a:lnTo>
                <a:lnTo>
                  <a:pt x="49961" y="329057"/>
                </a:lnTo>
                <a:lnTo>
                  <a:pt x="56299" y="328676"/>
                </a:lnTo>
                <a:close/>
              </a:path>
              <a:path w="114300" h="810894">
                <a:moveTo>
                  <a:pt x="58597" y="373126"/>
                </a:moveTo>
                <a:lnTo>
                  <a:pt x="57289" y="347726"/>
                </a:lnTo>
                <a:lnTo>
                  <a:pt x="50939" y="347980"/>
                </a:lnTo>
                <a:lnTo>
                  <a:pt x="52260" y="373380"/>
                </a:lnTo>
                <a:lnTo>
                  <a:pt x="58597" y="373126"/>
                </a:lnTo>
                <a:close/>
              </a:path>
              <a:path w="114300" h="810894">
                <a:moveTo>
                  <a:pt x="60909" y="417449"/>
                </a:moveTo>
                <a:lnTo>
                  <a:pt x="59588" y="392049"/>
                </a:lnTo>
                <a:lnTo>
                  <a:pt x="53251" y="392430"/>
                </a:lnTo>
                <a:lnTo>
                  <a:pt x="54559" y="417830"/>
                </a:lnTo>
                <a:lnTo>
                  <a:pt x="60909" y="417449"/>
                </a:lnTo>
                <a:close/>
              </a:path>
              <a:path w="114300" h="810894">
                <a:moveTo>
                  <a:pt x="63207" y="461899"/>
                </a:moveTo>
                <a:lnTo>
                  <a:pt x="61887" y="436499"/>
                </a:lnTo>
                <a:lnTo>
                  <a:pt x="55549" y="436880"/>
                </a:lnTo>
                <a:lnTo>
                  <a:pt x="56870" y="462153"/>
                </a:lnTo>
                <a:lnTo>
                  <a:pt x="63207" y="461899"/>
                </a:lnTo>
                <a:close/>
              </a:path>
              <a:path w="114300" h="810894">
                <a:moveTo>
                  <a:pt x="65506" y="506222"/>
                </a:moveTo>
                <a:lnTo>
                  <a:pt x="64198" y="480822"/>
                </a:lnTo>
                <a:lnTo>
                  <a:pt x="57848" y="481203"/>
                </a:lnTo>
                <a:lnTo>
                  <a:pt x="59169" y="506603"/>
                </a:lnTo>
                <a:lnTo>
                  <a:pt x="65506" y="506222"/>
                </a:lnTo>
                <a:close/>
              </a:path>
              <a:path w="114300" h="810894">
                <a:moveTo>
                  <a:pt x="67805" y="550672"/>
                </a:moveTo>
                <a:lnTo>
                  <a:pt x="66497" y="525272"/>
                </a:lnTo>
                <a:lnTo>
                  <a:pt x="60159" y="525653"/>
                </a:lnTo>
                <a:lnTo>
                  <a:pt x="61468" y="550926"/>
                </a:lnTo>
                <a:lnTo>
                  <a:pt x="67805" y="550672"/>
                </a:lnTo>
                <a:close/>
              </a:path>
              <a:path w="114300" h="810894">
                <a:moveTo>
                  <a:pt x="70116" y="594995"/>
                </a:moveTo>
                <a:lnTo>
                  <a:pt x="68795" y="569722"/>
                </a:lnTo>
                <a:lnTo>
                  <a:pt x="62458" y="569976"/>
                </a:lnTo>
                <a:lnTo>
                  <a:pt x="63766" y="595376"/>
                </a:lnTo>
                <a:lnTo>
                  <a:pt x="70116" y="594995"/>
                </a:lnTo>
                <a:close/>
              </a:path>
              <a:path w="114300" h="810894">
                <a:moveTo>
                  <a:pt x="72415" y="639445"/>
                </a:moveTo>
                <a:lnTo>
                  <a:pt x="71094" y="614045"/>
                </a:lnTo>
                <a:lnTo>
                  <a:pt x="64757" y="614426"/>
                </a:lnTo>
                <a:lnTo>
                  <a:pt x="66078" y="639699"/>
                </a:lnTo>
                <a:lnTo>
                  <a:pt x="72415" y="639445"/>
                </a:lnTo>
                <a:close/>
              </a:path>
              <a:path w="114300" h="810894">
                <a:moveTo>
                  <a:pt x="74714" y="683768"/>
                </a:moveTo>
                <a:lnTo>
                  <a:pt x="73406" y="658495"/>
                </a:lnTo>
                <a:lnTo>
                  <a:pt x="67056" y="658749"/>
                </a:lnTo>
                <a:lnTo>
                  <a:pt x="68376" y="684149"/>
                </a:lnTo>
                <a:lnTo>
                  <a:pt x="74714" y="683768"/>
                </a:lnTo>
                <a:close/>
              </a:path>
              <a:path w="114300" h="810894">
                <a:moveTo>
                  <a:pt x="76098" y="36068"/>
                </a:moveTo>
                <a:lnTo>
                  <a:pt x="72339" y="21463"/>
                </a:lnTo>
                <a:lnTo>
                  <a:pt x="63550" y="9779"/>
                </a:lnTo>
                <a:lnTo>
                  <a:pt x="51041" y="2286"/>
                </a:lnTo>
                <a:lnTo>
                  <a:pt x="36080" y="0"/>
                </a:lnTo>
                <a:lnTo>
                  <a:pt x="21424" y="3810"/>
                </a:lnTo>
                <a:lnTo>
                  <a:pt x="9753" y="12573"/>
                </a:lnTo>
                <a:lnTo>
                  <a:pt x="2222" y="25019"/>
                </a:lnTo>
                <a:lnTo>
                  <a:pt x="0" y="40005"/>
                </a:lnTo>
                <a:lnTo>
                  <a:pt x="3759" y="54737"/>
                </a:lnTo>
                <a:lnTo>
                  <a:pt x="12534" y="66421"/>
                </a:lnTo>
                <a:lnTo>
                  <a:pt x="25057" y="73914"/>
                </a:lnTo>
                <a:lnTo>
                  <a:pt x="40017" y="76073"/>
                </a:lnTo>
                <a:lnTo>
                  <a:pt x="54673" y="72390"/>
                </a:lnTo>
                <a:lnTo>
                  <a:pt x="66344" y="63627"/>
                </a:lnTo>
                <a:lnTo>
                  <a:pt x="66865" y="62738"/>
                </a:lnTo>
                <a:lnTo>
                  <a:pt x="73875" y="51054"/>
                </a:lnTo>
                <a:lnTo>
                  <a:pt x="75831" y="37846"/>
                </a:lnTo>
                <a:lnTo>
                  <a:pt x="76098" y="36068"/>
                </a:lnTo>
                <a:close/>
              </a:path>
              <a:path w="114300" h="810894">
                <a:moveTo>
                  <a:pt x="77012" y="728218"/>
                </a:moveTo>
                <a:lnTo>
                  <a:pt x="75704" y="702818"/>
                </a:lnTo>
                <a:lnTo>
                  <a:pt x="69367" y="703199"/>
                </a:lnTo>
                <a:lnTo>
                  <a:pt x="70675" y="728472"/>
                </a:lnTo>
                <a:lnTo>
                  <a:pt x="77012" y="728218"/>
                </a:lnTo>
                <a:close/>
              </a:path>
              <a:path w="114300" h="810894">
                <a:moveTo>
                  <a:pt x="114198" y="770763"/>
                </a:moveTo>
                <a:lnTo>
                  <a:pt x="110439" y="756158"/>
                </a:lnTo>
                <a:lnTo>
                  <a:pt x="103746" y="747268"/>
                </a:lnTo>
                <a:lnTo>
                  <a:pt x="101650" y="744474"/>
                </a:lnTo>
                <a:lnTo>
                  <a:pt x="89141" y="736981"/>
                </a:lnTo>
                <a:lnTo>
                  <a:pt x="74180" y="734695"/>
                </a:lnTo>
                <a:lnTo>
                  <a:pt x="59524" y="738505"/>
                </a:lnTo>
                <a:lnTo>
                  <a:pt x="47853" y="747268"/>
                </a:lnTo>
                <a:lnTo>
                  <a:pt x="40322" y="759714"/>
                </a:lnTo>
                <a:lnTo>
                  <a:pt x="38100" y="774700"/>
                </a:lnTo>
                <a:lnTo>
                  <a:pt x="41859" y="789432"/>
                </a:lnTo>
                <a:lnTo>
                  <a:pt x="50634" y="801116"/>
                </a:lnTo>
                <a:lnTo>
                  <a:pt x="63157" y="808609"/>
                </a:lnTo>
                <a:lnTo>
                  <a:pt x="78117" y="810768"/>
                </a:lnTo>
                <a:lnTo>
                  <a:pt x="92773" y="807085"/>
                </a:lnTo>
                <a:lnTo>
                  <a:pt x="104444" y="798322"/>
                </a:lnTo>
                <a:lnTo>
                  <a:pt x="111975" y="785749"/>
                </a:lnTo>
                <a:lnTo>
                  <a:pt x="113880" y="772922"/>
                </a:lnTo>
                <a:lnTo>
                  <a:pt x="114198" y="770763"/>
                </a:lnTo>
                <a:close/>
              </a:path>
            </a:pathLst>
          </a:custGeom>
          <a:solidFill>
            <a:srgbClr val="7D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5948" y="2941954"/>
            <a:ext cx="114300" cy="810895"/>
          </a:xfrm>
          <a:custGeom>
            <a:avLst/>
            <a:gdLst/>
            <a:ahLst/>
            <a:cxnLst/>
            <a:rect l="l" t="t" r="r" b="b"/>
            <a:pathLst>
              <a:path w="114300" h="810895">
                <a:moveTo>
                  <a:pt x="44831" y="106680"/>
                </a:moveTo>
                <a:lnTo>
                  <a:pt x="43434" y="81280"/>
                </a:lnTo>
                <a:lnTo>
                  <a:pt x="37084" y="81661"/>
                </a:lnTo>
                <a:lnTo>
                  <a:pt x="38481" y="107061"/>
                </a:lnTo>
                <a:lnTo>
                  <a:pt x="44831" y="106680"/>
                </a:lnTo>
                <a:close/>
              </a:path>
              <a:path w="114300" h="810895">
                <a:moveTo>
                  <a:pt x="47117" y="151003"/>
                </a:moveTo>
                <a:lnTo>
                  <a:pt x="45720" y="125730"/>
                </a:lnTo>
                <a:lnTo>
                  <a:pt x="39370" y="125984"/>
                </a:lnTo>
                <a:lnTo>
                  <a:pt x="40767" y="151384"/>
                </a:lnTo>
                <a:lnTo>
                  <a:pt x="47117" y="151003"/>
                </a:lnTo>
                <a:close/>
              </a:path>
              <a:path w="114300" h="810895">
                <a:moveTo>
                  <a:pt x="49403" y="195453"/>
                </a:moveTo>
                <a:lnTo>
                  <a:pt x="48006" y="170053"/>
                </a:lnTo>
                <a:lnTo>
                  <a:pt x="41656" y="170434"/>
                </a:lnTo>
                <a:lnTo>
                  <a:pt x="43053" y="195834"/>
                </a:lnTo>
                <a:lnTo>
                  <a:pt x="49403" y="195453"/>
                </a:lnTo>
                <a:close/>
              </a:path>
              <a:path w="114300" h="810895">
                <a:moveTo>
                  <a:pt x="51689" y="239903"/>
                </a:moveTo>
                <a:lnTo>
                  <a:pt x="50419" y="214503"/>
                </a:lnTo>
                <a:lnTo>
                  <a:pt x="44069" y="214757"/>
                </a:lnTo>
                <a:lnTo>
                  <a:pt x="45339" y="240157"/>
                </a:lnTo>
                <a:lnTo>
                  <a:pt x="51689" y="239903"/>
                </a:lnTo>
                <a:close/>
              </a:path>
              <a:path w="114300" h="810895">
                <a:moveTo>
                  <a:pt x="53975" y="284226"/>
                </a:moveTo>
                <a:lnTo>
                  <a:pt x="52705" y="258826"/>
                </a:lnTo>
                <a:lnTo>
                  <a:pt x="46355" y="259207"/>
                </a:lnTo>
                <a:lnTo>
                  <a:pt x="47625" y="284607"/>
                </a:lnTo>
                <a:lnTo>
                  <a:pt x="53975" y="284226"/>
                </a:lnTo>
                <a:close/>
              </a:path>
              <a:path w="114300" h="810895">
                <a:moveTo>
                  <a:pt x="56261" y="328676"/>
                </a:moveTo>
                <a:lnTo>
                  <a:pt x="54991" y="303276"/>
                </a:lnTo>
                <a:lnTo>
                  <a:pt x="48641" y="303530"/>
                </a:lnTo>
                <a:lnTo>
                  <a:pt x="49911" y="328930"/>
                </a:lnTo>
                <a:lnTo>
                  <a:pt x="56261" y="328676"/>
                </a:lnTo>
                <a:close/>
              </a:path>
              <a:path w="114300" h="810895">
                <a:moveTo>
                  <a:pt x="58547" y="372999"/>
                </a:moveTo>
                <a:lnTo>
                  <a:pt x="57277" y="347599"/>
                </a:lnTo>
                <a:lnTo>
                  <a:pt x="50927" y="347980"/>
                </a:lnTo>
                <a:lnTo>
                  <a:pt x="52197" y="373380"/>
                </a:lnTo>
                <a:lnTo>
                  <a:pt x="58547" y="372999"/>
                </a:lnTo>
                <a:close/>
              </a:path>
              <a:path w="114300" h="810895">
                <a:moveTo>
                  <a:pt x="60833" y="417449"/>
                </a:moveTo>
                <a:lnTo>
                  <a:pt x="59563" y="392049"/>
                </a:lnTo>
                <a:lnTo>
                  <a:pt x="53213" y="392303"/>
                </a:lnTo>
                <a:lnTo>
                  <a:pt x="54483" y="417703"/>
                </a:lnTo>
                <a:lnTo>
                  <a:pt x="60833" y="417449"/>
                </a:lnTo>
                <a:close/>
              </a:path>
              <a:path w="114300" h="810895">
                <a:moveTo>
                  <a:pt x="63246" y="461772"/>
                </a:moveTo>
                <a:lnTo>
                  <a:pt x="61849" y="436372"/>
                </a:lnTo>
                <a:lnTo>
                  <a:pt x="55499" y="436753"/>
                </a:lnTo>
                <a:lnTo>
                  <a:pt x="56896" y="462153"/>
                </a:lnTo>
                <a:lnTo>
                  <a:pt x="63246" y="461772"/>
                </a:lnTo>
                <a:close/>
              </a:path>
              <a:path w="114300" h="810895">
                <a:moveTo>
                  <a:pt x="65532" y="506222"/>
                </a:moveTo>
                <a:lnTo>
                  <a:pt x="64135" y="480822"/>
                </a:lnTo>
                <a:lnTo>
                  <a:pt x="57785" y="481203"/>
                </a:lnTo>
                <a:lnTo>
                  <a:pt x="59182" y="506476"/>
                </a:lnTo>
                <a:lnTo>
                  <a:pt x="65532" y="506222"/>
                </a:lnTo>
                <a:close/>
              </a:path>
              <a:path w="114300" h="810895">
                <a:moveTo>
                  <a:pt x="67818" y="550545"/>
                </a:moveTo>
                <a:lnTo>
                  <a:pt x="66421" y="525145"/>
                </a:lnTo>
                <a:lnTo>
                  <a:pt x="60198" y="525526"/>
                </a:lnTo>
                <a:lnTo>
                  <a:pt x="61468" y="550926"/>
                </a:lnTo>
                <a:lnTo>
                  <a:pt x="67818" y="550545"/>
                </a:lnTo>
                <a:close/>
              </a:path>
              <a:path w="114300" h="810895">
                <a:moveTo>
                  <a:pt x="70104" y="594995"/>
                </a:moveTo>
                <a:lnTo>
                  <a:pt x="68834" y="569595"/>
                </a:lnTo>
                <a:lnTo>
                  <a:pt x="62484" y="569976"/>
                </a:lnTo>
                <a:lnTo>
                  <a:pt x="63754" y="595249"/>
                </a:lnTo>
                <a:lnTo>
                  <a:pt x="70104" y="594995"/>
                </a:lnTo>
                <a:close/>
              </a:path>
              <a:path w="114300" h="810895">
                <a:moveTo>
                  <a:pt x="72390" y="639318"/>
                </a:moveTo>
                <a:lnTo>
                  <a:pt x="71120" y="614045"/>
                </a:lnTo>
                <a:lnTo>
                  <a:pt x="64770" y="614299"/>
                </a:lnTo>
                <a:lnTo>
                  <a:pt x="66040" y="639699"/>
                </a:lnTo>
                <a:lnTo>
                  <a:pt x="72390" y="639318"/>
                </a:lnTo>
                <a:close/>
              </a:path>
              <a:path w="114300" h="810895">
                <a:moveTo>
                  <a:pt x="74676" y="683768"/>
                </a:moveTo>
                <a:lnTo>
                  <a:pt x="73406" y="658368"/>
                </a:lnTo>
                <a:lnTo>
                  <a:pt x="67056" y="658749"/>
                </a:lnTo>
                <a:lnTo>
                  <a:pt x="68326" y="684022"/>
                </a:lnTo>
                <a:lnTo>
                  <a:pt x="74676" y="683768"/>
                </a:lnTo>
                <a:close/>
              </a:path>
              <a:path w="114300" h="810895">
                <a:moveTo>
                  <a:pt x="76073" y="36068"/>
                </a:moveTo>
                <a:lnTo>
                  <a:pt x="72263" y="21336"/>
                </a:lnTo>
                <a:lnTo>
                  <a:pt x="63500" y="9652"/>
                </a:lnTo>
                <a:lnTo>
                  <a:pt x="51054" y="2159"/>
                </a:lnTo>
                <a:lnTo>
                  <a:pt x="36068" y="0"/>
                </a:lnTo>
                <a:lnTo>
                  <a:pt x="21336" y="3683"/>
                </a:lnTo>
                <a:lnTo>
                  <a:pt x="9652" y="12446"/>
                </a:lnTo>
                <a:lnTo>
                  <a:pt x="2159" y="25019"/>
                </a:lnTo>
                <a:lnTo>
                  <a:pt x="0" y="40005"/>
                </a:lnTo>
                <a:lnTo>
                  <a:pt x="3683" y="54610"/>
                </a:lnTo>
                <a:lnTo>
                  <a:pt x="12573" y="66294"/>
                </a:lnTo>
                <a:lnTo>
                  <a:pt x="25019" y="73787"/>
                </a:lnTo>
                <a:lnTo>
                  <a:pt x="40005" y="76073"/>
                </a:lnTo>
                <a:lnTo>
                  <a:pt x="54610" y="72263"/>
                </a:lnTo>
                <a:lnTo>
                  <a:pt x="66294" y="63500"/>
                </a:lnTo>
                <a:lnTo>
                  <a:pt x="66802" y="62611"/>
                </a:lnTo>
                <a:lnTo>
                  <a:pt x="73914" y="51054"/>
                </a:lnTo>
                <a:lnTo>
                  <a:pt x="75819" y="37846"/>
                </a:lnTo>
                <a:lnTo>
                  <a:pt x="76073" y="36068"/>
                </a:lnTo>
                <a:close/>
              </a:path>
              <a:path w="114300" h="810895">
                <a:moveTo>
                  <a:pt x="76962" y="728091"/>
                </a:moveTo>
                <a:lnTo>
                  <a:pt x="75692" y="702818"/>
                </a:lnTo>
                <a:lnTo>
                  <a:pt x="69342" y="703072"/>
                </a:lnTo>
                <a:lnTo>
                  <a:pt x="70612" y="728472"/>
                </a:lnTo>
                <a:lnTo>
                  <a:pt x="76962" y="728091"/>
                </a:lnTo>
                <a:close/>
              </a:path>
              <a:path w="114300" h="810895">
                <a:moveTo>
                  <a:pt x="114173" y="770763"/>
                </a:moveTo>
                <a:lnTo>
                  <a:pt x="110363" y="756031"/>
                </a:lnTo>
                <a:lnTo>
                  <a:pt x="103632" y="747141"/>
                </a:lnTo>
                <a:lnTo>
                  <a:pt x="101600" y="744347"/>
                </a:lnTo>
                <a:lnTo>
                  <a:pt x="89154" y="736854"/>
                </a:lnTo>
                <a:lnTo>
                  <a:pt x="74168" y="734695"/>
                </a:lnTo>
                <a:lnTo>
                  <a:pt x="59436" y="738378"/>
                </a:lnTo>
                <a:lnTo>
                  <a:pt x="47752" y="747141"/>
                </a:lnTo>
                <a:lnTo>
                  <a:pt x="40259" y="759714"/>
                </a:lnTo>
                <a:lnTo>
                  <a:pt x="38100" y="774700"/>
                </a:lnTo>
                <a:lnTo>
                  <a:pt x="41783" y="789305"/>
                </a:lnTo>
                <a:lnTo>
                  <a:pt x="50673" y="800989"/>
                </a:lnTo>
                <a:lnTo>
                  <a:pt x="63119" y="808482"/>
                </a:lnTo>
                <a:lnTo>
                  <a:pt x="78105" y="810768"/>
                </a:lnTo>
                <a:lnTo>
                  <a:pt x="92710" y="806958"/>
                </a:lnTo>
                <a:lnTo>
                  <a:pt x="104394" y="798195"/>
                </a:lnTo>
                <a:lnTo>
                  <a:pt x="112014" y="785749"/>
                </a:lnTo>
                <a:lnTo>
                  <a:pt x="113919" y="772795"/>
                </a:lnTo>
                <a:lnTo>
                  <a:pt x="114173" y="770763"/>
                </a:lnTo>
                <a:close/>
              </a:path>
            </a:pathLst>
          </a:custGeom>
          <a:solidFill>
            <a:srgbClr val="7D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33522" y="2451099"/>
            <a:ext cx="114300" cy="810895"/>
          </a:xfrm>
          <a:custGeom>
            <a:avLst/>
            <a:gdLst/>
            <a:ahLst/>
            <a:cxnLst/>
            <a:rect l="l" t="t" r="r" b="b"/>
            <a:pathLst>
              <a:path w="114300" h="810895">
                <a:moveTo>
                  <a:pt x="44831" y="106807"/>
                </a:moveTo>
                <a:lnTo>
                  <a:pt x="43434" y="81407"/>
                </a:lnTo>
                <a:lnTo>
                  <a:pt x="37084" y="81661"/>
                </a:lnTo>
                <a:lnTo>
                  <a:pt x="38481" y="107061"/>
                </a:lnTo>
                <a:lnTo>
                  <a:pt x="44831" y="106807"/>
                </a:lnTo>
                <a:close/>
              </a:path>
              <a:path w="114300" h="810895">
                <a:moveTo>
                  <a:pt x="47117" y="151130"/>
                </a:moveTo>
                <a:lnTo>
                  <a:pt x="45720" y="125730"/>
                </a:lnTo>
                <a:lnTo>
                  <a:pt x="39370" y="126111"/>
                </a:lnTo>
                <a:lnTo>
                  <a:pt x="40767" y="151511"/>
                </a:lnTo>
                <a:lnTo>
                  <a:pt x="47117" y="151130"/>
                </a:lnTo>
                <a:close/>
              </a:path>
              <a:path w="114300" h="810895">
                <a:moveTo>
                  <a:pt x="49403" y="195580"/>
                </a:moveTo>
                <a:lnTo>
                  <a:pt x="48133" y="170180"/>
                </a:lnTo>
                <a:lnTo>
                  <a:pt x="41783" y="170434"/>
                </a:lnTo>
                <a:lnTo>
                  <a:pt x="43053" y="195834"/>
                </a:lnTo>
                <a:lnTo>
                  <a:pt x="49403" y="195580"/>
                </a:lnTo>
                <a:close/>
              </a:path>
              <a:path w="114300" h="810895">
                <a:moveTo>
                  <a:pt x="51689" y="239903"/>
                </a:moveTo>
                <a:lnTo>
                  <a:pt x="50419" y="214503"/>
                </a:lnTo>
                <a:lnTo>
                  <a:pt x="44069" y="214884"/>
                </a:lnTo>
                <a:lnTo>
                  <a:pt x="45339" y="240284"/>
                </a:lnTo>
                <a:lnTo>
                  <a:pt x="51689" y="239903"/>
                </a:lnTo>
                <a:close/>
              </a:path>
              <a:path w="114300" h="810895">
                <a:moveTo>
                  <a:pt x="53975" y="284353"/>
                </a:moveTo>
                <a:lnTo>
                  <a:pt x="52705" y="258953"/>
                </a:lnTo>
                <a:lnTo>
                  <a:pt x="46355" y="259334"/>
                </a:lnTo>
                <a:lnTo>
                  <a:pt x="47625" y="284607"/>
                </a:lnTo>
                <a:lnTo>
                  <a:pt x="53975" y="284353"/>
                </a:lnTo>
                <a:close/>
              </a:path>
              <a:path w="114300" h="810895">
                <a:moveTo>
                  <a:pt x="56261" y="328676"/>
                </a:moveTo>
                <a:lnTo>
                  <a:pt x="54991" y="303276"/>
                </a:lnTo>
                <a:lnTo>
                  <a:pt x="48641" y="303657"/>
                </a:lnTo>
                <a:lnTo>
                  <a:pt x="49911" y="329057"/>
                </a:lnTo>
                <a:lnTo>
                  <a:pt x="56261" y="328676"/>
                </a:lnTo>
                <a:close/>
              </a:path>
              <a:path w="114300" h="810895">
                <a:moveTo>
                  <a:pt x="58547" y="373126"/>
                </a:moveTo>
                <a:lnTo>
                  <a:pt x="57277" y="347726"/>
                </a:lnTo>
                <a:lnTo>
                  <a:pt x="50927" y="348107"/>
                </a:lnTo>
                <a:lnTo>
                  <a:pt x="52197" y="373380"/>
                </a:lnTo>
                <a:lnTo>
                  <a:pt x="58547" y="373126"/>
                </a:lnTo>
                <a:close/>
              </a:path>
              <a:path w="114300" h="810895">
                <a:moveTo>
                  <a:pt x="60960" y="417449"/>
                </a:moveTo>
                <a:lnTo>
                  <a:pt x="59563" y="392176"/>
                </a:lnTo>
                <a:lnTo>
                  <a:pt x="53213" y="392430"/>
                </a:lnTo>
                <a:lnTo>
                  <a:pt x="54610" y="417830"/>
                </a:lnTo>
                <a:lnTo>
                  <a:pt x="60960" y="417449"/>
                </a:lnTo>
                <a:close/>
              </a:path>
              <a:path w="114300" h="810895">
                <a:moveTo>
                  <a:pt x="63246" y="461899"/>
                </a:moveTo>
                <a:lnTo>
                  <a:pt x="61849" y="436499"/>
                </a:lnTo>
                <a:lnTo>
                  <a:pt x="55499" y="436880"/>
                </a:lnTo>
                <a:lnTo>
                  <a:pt x="56896" y="462153"/>
                </a:lnTo>
                <a:lnTo>
                  <a:pt x="63246" y="461899"/>
                </a:lnTo>
                <a:close/>
              </a:path>
              <a:path w="114300" h="810895">
                <a:moveTo>
                  <a:pt x="65532" y="506222"/>
                </a:moveTo>
                <a:lnTo>
                  <a:pt x="64135" y="480949"/>
                </a:lnTo>
                <a:lnTo>
                  <a:pt x="57785" y="481203"/>
                </a:lnTo>
                <a:lnTo>
                  <a:pt x="59182" y="506603"/>
                </a:lnTo>
                <a:lnTo>
                  <a:pt x="65532" y="506222"/>
                </a:lnTo>
                <a:close/>
              </a:path>
              <a:path w="114300" h="810895">
                <a:moveTo>
                  <a:pt x="67818" y="550672"/>
                </a:moveTo>
                <a:lnTo>
                  <a:pt x="66548" y="525272"/>
                </a:lnTo>
                <a:lnTo>
                  <a:pt x="60198" y="525653"/>
                </a:lnTo>
                <a:lnTo>
                  <a:pt x="61468" y="550926"/>
                </a:lnTo>
                <a:lnTo>
                  <a:pt x="67818" y="550672"/>
                </a:lnTo>
                <a:close/>
              </a:path>
              <a:path w="114300" h="810895">
                <a:moveTo>
                  <a:pt x="70104" y="594995"/>
                </a:moveTo>
                <a:lnTo>
                  <a:pt x="68834" y="569722"/>
                </a:lnTo>
                <a:lnTo>
                  <a:pt x="62484" y="569976"/>
                </a:lnTo>
                <a:lnTo>
                  <a:pt x="63754" y="595376"/>
                </a:lnTo>
                <a:lnTo>
                  <a:pt x="70104" y="594995"/>
                </a:lnTo>
                <a:close/>
              </a:path>
              <a:path w="114300" h="810895">
                <a:moveTo>
                  <a:pt x="72390" y="639445"/>
                </a:moveTo>
                <a:lnTo>
                  <a:pt x="71120" y="614045"/>
                </a:lnTo>
                <a:lnTo>
                  <a:pt x="64770" y="614426"/>
                </a:lnTo>
                <a:lnTo>
                  <a:pt x="66040" y="639699"/>
                </a:lnTo>
                <a:lnTo>
                  <a:pt x="72390" y="639445"/>
                </a:lnTo>
                <a:close/>
              </a:path>
              <a:path w="114300" h="810895">
                <a:moveTo>
                  <a:pt x="74676" y="683768"/>
                </a:moveTo>
                <a:lnTo>
                  <a:pt x="73406" y="658495"/>
                </a:lnTo>
                <a:lnTo>
                  <a:pt x="67056" y="658749"/>
                </a:lnTo>
                <a:lnTo>
                  <a:pt x="68326" y="684149"/>
                </a:lnTo>
                <a:lnTo>
                  <a:pt x="74676" y="683768"/>
                </a:lnTo>
                <a:close/>
              </a:path>
              <a:path w="114300" h="810895">
                <a:moveTo>
                  <a:pt x="76073" y="36068"/>
                </a:moveTo>
                <a:lnTo>
                  <a:pt x="72390" y="21463"/>
                </a:lnTo>
                <a:lnTo>
                  <a:pt x="63500" y="9779"/>
                </a:lnTo>
                <a:lnTo>
                  <a:pt x="51054" y="2286"/>
                </a:lnTo>
                <a:lnTo>
                  <a:pt x="36068" y="0"/>
                </a:lnTo>
                <a:lnTo>
                  <a:pt x="21463" y="3810"/>
                </a:lnTo>
                <a:lnTo>
                  <a:pt x="9779" y="12573"/>
                </a:lnTo>
                <a:lnTo>
                  <a:pt x="2159" y="25019"/>
                </a:lnTo>
                <a:lnTo>
                  <a:pt x="0" y="40005"/>
                </a:lnTo>
                <a:lnTo>
                  <a:pt x="3810" y="54737"/>
                </a:lnTo>
                <a:lnTo>
                  <a:pt x="12573" y="66421"/>
                </a:lnTo>
                <a:lnTo>
                  <a:pt x="25019" y="73914"/>
                </a:lnTo>
                <a:lnTo>
                  <a:pt x="40005" y="76073"/>
                </a:lnTo>
                <a:lnTo>
                  <a:pt x="54737" y="72390"/>
                </a:lnTo>
                <a:lnTo>
                  <a:pt x="66421" y="63627"/>
                </a:lnTo>
                <a:lnTo>
                  <a:pt x="66929" y="62738"/>
                </a:lnTo>
                <a:lnTo>
                  <a:pt x="73914" y="51054"/>
                </a:lnTo>
                <a:lnTo>
                  <a:pt x="75819" y="38227"/>
                </a:lnTo>
                <a:lnTo>
                  <a:pt x="75819" y="37846"/>
                </a:lnTo>
                <a:lnTo>
                  <a:pt x="76073" y="36068"/>
                </a:lnTo>
                <a:close/>
              </a:path>
              <a:path w="114300" h="810895">
                <a:moveTo>
                  <a:pt x="76962" y="728218"/>
                </a:moveTo>
                <a:lnTo>
                  <a:pt x="75692" y="702818"/>
                </a:lnTo>
                <a:lnTo>
                  <a:pt x="69342" y="703199"/>
                </a:lnTo>
                <a:lnTo>
                  <a:pt x="70612" y="728599"/>
                </a:lnTo>
                <a:lnTo>
                  <a:pt x="76962" y="728218"/>
                </a:lnTo>
                <a:close/>
              </a:path>
              <a:path w="114300" h="810895">
                <a:moveTo>
                  <a:pt x="114173" y="770763"/>
                </a:moveTo>
                <a:lnTo>
                  <a:pt x="89154" y="736981"/>
                </a:lnTo>
                <a:lnTo>
                  <a:pt x="74168" y="734695"/>
                </a:lnTo>
                <a:lnTo>
                  <a:pt x="59563" y="738505"/>
                </a:lnTo>
                <a:lnTo>
                  <a:pt x="47879" y="747268"/>
                </a:lnTo>
                <a:lnTo>
                  <a:pt x="40259" y="759714"/>
                </a:lnTo>
                <a:lnTo>
                  <a:pt x="38100" y="774700"/>
                </a:lnTo>
                <a:lnTo>
                  <a:pt x="41910" y="789432"/>
                </a:lnTo>
                <a:lnTo>
                  <a:pt x="50673" y="801116"/>
                </a:lnTo>
                <a:lnTo>
                  <a:pt x="63119" y="808609"/>
                </a:lnTo>
                <a:lnTo>
                  <a:pt x="78105" y="810768"/>
                </a:lnTo>
                <a:lnTo>
                  <a:pt x="92837" y="807085"/>
                </a:lnTo>
                <a:lnTo>
                  <a:pt x="104521" y="798322"/>
                </a:lnTo>
                <a:lnTo>
                  <a:pt x="112014" y="785749"/>
                </a:lnTo>
                <a:lnTo>
                  <a:pt x="113919" y="772922"/>
                </a:lnTo>
                <a:lnTo>
                  <a:pt x="114173" y="770763"/>
                </a:lnTo>
                <a:close/>
              </a:path>
            </a:pathLst>
          </a:custGeom>
          <a:solidFill>
            <a:srgbClr val="7D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94359" y="1180338"/>
            <a:ext cx="2235835" cy="67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21765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Segoe UI Light"/>
                <a:cs typeface="Segoe UI Light"/>
              </a:rPr>
              <a:t>Costado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terminal </a:t>
            </a:r>
            <a:r>
              <a:rPr sz="900" spc="-10" dirty="0">
                <a:latin typeface="Segoe UI Light"/>
                <a:cs typeface="Segoe UI Light"/>
              </a:rPr>
              <a:t>trapezoidal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900">
              <a:latin typeface="Segoe UI Light"/>
              <a:cs typeface="Segoe UI Light"/>
            </a:endParaRPr>
          </a:p>
          <a:p>
            <a:pPr marL="1300480">
              <a:lnSpc>
                <a:spcPct val="100000"/>
              </a:lnSpc>
            </a:pPr>
            <a:r>
              <a:rPr sz="900" spc="-20" dirty="0">
                <a:latin typeface="Segoe UI Light"/>
                <a:cs typeface="Segoe UI Light"/>
              </a:rPr>
              <a:t>Costado</a:t>
            </a:r>
            <a:r>
              <a:rPr sz="90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86940" y="1769744"/>
            <a:ext cx="114300" cy="810895"/>
          </a:xfrm>
          <a:custGeom>
            <a:avLst/>
            <a:gdLst/>
            <a:ahLst/>
            <a:cxnLst/>
            <a:rect l="l" t="t" r="r" b="b"/>
            <a:pathLst>
              <a:path w="114300" h="810894">
                <a:moveTo>
                  <a:pt x="44831" y="106680"/>
                </a:moveTo>
                <a:lnTo>
                  <a:pt x="43434" y="81407"/>
                </a:lnTo>
                <a:lnTo>
                  <a:pt x="37211" y="81661"/>
                </a:lnTo>
                <a:lnTo>
                  <a:pt x="38481" y="107061"/>
                </a:lnTo>
                <a:lnTo>
                  <a:pt x="44831" y="106680"/>
                </a:lnTo>
                <a:close/>
              </a:path>
              <a:path w="114300" h="810894">
                <a:moveTo>
                  <a:pt x="47117" y="151130"/>
                </a:moveTo>
                <a:lnTo>
                  <a:pt x="45847" y="125730"/>
                </a:lnTo>
                <a:lnTo>
                  <a:pt x="39497" y="126111"/>
                </a:lnTo>
                <a:lnTo>
                  <a:pt x="40767" y="151384"/>
                </a:lnTo>
                <a:lnTo>
                  <a:pt x="47117" y="151130"/>
                </a:lnTo>
                <a:close/>
              </a:path>
              <a:path w="114300" h="810894">
                <a:moveTo>
                  <a:pt x="49403" y="195453"/>
                </a:moveTo>
                <a:lnTo>
                  <a:pt x="48133" y="170180"/>
                </a:lnTo>
                <a:lnTo>
                  <a:pt x="41783" y="170434"/>
                </a:lnTo>
                <a:lnTo>
                  <a:pt x="43053" y="195834"/>
                </a:lnTo>
                <a:lnTo>
                  <a:pt x="49403" y="195453"/>
                </a:lnTo>
                <a:close/>
              </a:path>
              <a:path w="114300" h="810894">
                <a:moveTo>
                  <a:pt x="51689" y="239903"/>
                </a:moveTo>
                <a:lnTo>
                  <a:pt x="50419" y="214503"/>
                </a:lnTo>
                <a:lnTo>
                  <a:pt x="44069" y="214884"/>
                </a:lnTo>
                <a:lnTo>
                  <a:pt x="45339" y="240284"/>
                </a:lnTo>
                <a:lnTo>
                  <a:pt x="51689" y="239903"/>
                </a:lnTo>
                <a:close/>
              </a:path>
              <a:path w="114300" h="810894">
                <a:moveTo>
                  <a:pt x="53975" y="284226"/>
                </a:moveTo>
                <a:lnTo>
                  <a:pt x="52705" y="258953"/>
                </a:lnTo>
                <a:lnTo>
                  <a:pt x="46355" y="259207"/>
                </a:lnTo>
                <a:lnTo>
                  <a:pt x="47625" y="284607"/>
                </a:lnTo>
                <a:lnTo>
                  <a:pt x="53975" y="284226"/>
                </a:lnTo>
                <a:close/>
              </a:path>
              <a:path w="114300" h="810894">
                <a:moveTo>
                  <a:pt x="56261" y="328676"/>
                </a:moveTo>
                <a:lnTo>
                  <a:pt x="54991" y="303276"/>
                </a:lnTo>
                <a:lnTo>
                  <a:pt x="48641" y="303657"/>
                </a:lnTo>
                <a:lnTo>
                  <a:pt x="50038" y="329057"/>
                </a:lnTo>
                <a:lnTo>
                  <a:pt x="56261" y="328676"/>
                </a:lnTo>
                <a:close/>
              </a:path>
              <a:path w="114300" h="810894">
                <a:moveTo>
                  <a:pt x="58674" y="373126"/>
                </a:moveTo>
                <a:lnTo>
                  <a:pt x="57277" y="347726"/>
                </a:lnTo>
                <a:lnTo>
                  <a:pt x="50927" y="347980"/>
                </a:lnTo>
                <a:lnTo>
                  <a:pt x="52324" y="373380"/>
                </a:lnTo>
                <a:lnTo>
                  <a:pt x="58674" y="373126"/>
                </a:lnTo>
                <a:close/>
              </a:path>
              <a:path w="114300" h="810894">
                <a:moveTo>
                  <a:pt x="60960" y="417449"/>
                </a:moveTo>
                <a:lnTo>
                  <a:pt x="59563" y="392049"/>
                </a:lnTo>
                <a:lnTo>
                  <a:pt x="53213" y="392430"/>
                </a:lnTo>
                <a:lnTo>
                  <a:pt x="54610" y="417830"/>
                </a:lnTo>
                <a:lnTo>
                  <a:pt x="60960" y="417449"/>
                </a:lnTo>
                <a:close/>
              </a:path>
              <a:path w="114300" h="810894">
                <a:moveTo>
                  <a:pt x="63246" y="461899"/>
                </a:moveTo>
                <a:lnTo>
                  <a:pt x="61849" y="436499"/>
                </a:lnTo>
                <a:lnTo>
                  <a:pt x="55626" y="436753"/>
                </a:lnTo>
                <a:lnTo>
                  <a:pt x="56896" y="462153"/>
                </a:lnTo>
                <a:lnTo>
                  <a:pt x="63246" y="461899"/>
                </a:lnTo>
                <a:close/>
              </a:path>
              <a:path w="114300" h="810894">
                <a:moveTo>
                  <a:pt x="65532" y="506222"/>
                </a:moveTo>
                <a:lnTo>
                  <a:pt x="64262" y="480822"/>
                </a:lnTo>
                <a:lnTo>
                  <a:pt x="57912" y="481203"/>
                </a:lnTo>
                <a:lnTo>
                  <a:pt x="59182" y="506603"/>
                </a:lnTo>
                <a:lnTo>
                  <a:pt x="65532" y="506222"/>
                </a:lnTo>
                <a:close/>
              </a:path>
              <a:path w="114300" h="810894">
                <a:moveTo>
                  <a:pt x="67818" y="550672"/>
                </a:moveTo>
                <a:lnTo>
                  <a:pt x="66548" y="525272"/>
                </a:lnTo>
                <a:lnTo>
                  <a:pt x="60198" y="525653"/>
                </a:lnTo>
                <a:lnTo>
                  <a:pt x="61468" y="550926"/>
                </a:lnTo>
                <a:lnTo>
                  <a:pt x="67818" y="550672"/>
                </a:lnTo>
                <a:close/>
              </a:path>
              <a:path w="114300" h="810894">
                <a:moveTo>
                  <a:pt x="70104" y="594995"/>
                </a:moveTo>
                <a:lnTo>
                  <a:pt x="68834" y="569595"/>
                </a:lnTo>
                <a:lnTo>
                  <a:pt x="62484" y="569976"/>
                </a:lnTo>
                <a:lnTo>
                  <a:pt x="63754" y="595376"/>
                </a:lnTo>
                <a:lnTo>
                  <a:pt x="70104" y="594995"/>
                </a:lnTo>
                <a:close/>
              </a:path>
              <a:path w="114300" h="810894">
                <a:moveTo>
                  <a:pt x="72390" y="639445"/>
                </a:moveTo>
                <a:lnTo>
                  <a:pt x="71120" y="614045"/>
                </a:lnTo>
                <a:lnTo>
                  <a:pt x="64770" y="614426"/>
                </a:lnTo>
                <a:lnTo>
                  <a:pt x="66040" y="639699"/>
                </a:lnTo>
                <a:lnTo>
                  <a:pt x="72390" y="639445"/>
                </a:lnTo>
                <a:close/>
              </a:path>
              <a:path w="114300" h="810894">
                <a:moveTo>
                  <a:pt x="74676" y="683768"/>
                </a:moveTo>
                <a:lnTo>
                  <a:pt x="73406" y="658495"/>
                </a:lnTo>
                <a:lnTo>
                  <a:pt x="67056" y="658749"/>
                </a:lnTo>
                <a:lnTo>
                  <a:pt x="68453" y="684149"/>
                </a:lnTo>
                <a:lnTo>
                  <a:pt x="74676" y="683768"/>
                </a:lnTo>
                <a:close/>
              </a:path>
              <a:path w="114300" h="810894">
                <a:moveTo>
                  <a:pt x="76073" y="36068"/>
                </a:moveTo>
                <a:lnTo>
                  <a:pt x="72390" y="21463"/>
                </a:lnTo>
                <a:lnTo>
                  <a:pt x="63627" y="9779"/>
                </a:lnTo>
                <a:lnTo>
                  <a:pt x="51054" y="2159"/>
                </a:lnTo>
                <a:lnTo>
                  <a:pt x="36068" y="0"/>
                </a:lnTo>
                <a:lnTo>
                  <a:pt x="21463" y="3810"/>
                </a:lnTo>
                <a:lnTo>
                  <a:pt x="9779" y="12573"/>
                </a:lnTo>
                <a:lnTo>
                  <a:pt x="2286" y="25019"/>
                </a:lnTo>
                <a:lnTo>
                  <a:pt x="0" y="40005"/>
                </a:lnTo>
                <a:lnTo>
                  <a:pt x="3810" y="54737"/>
                </a:lnTo>
                <a:lnTo>
                  <a:pt x="12573" y="66421"/>
                </a:lnTo>
                <a:lnTo>
                  <a:pt x="25019" y="73914"/>
                </a:lnTo>
                <a:lnTo>
                  <a:pt x="40005" y="76073"/>
                </a:lnTo>
                <a:lnTo>
                  <a:pt x="54737" y="72390"/>
                </a:lnTo>
                <a:lnTo>
                  <a:pt x="66421" y="63627"/>
                </a:lnTo>
                <a:lnTo>
                  <a:pt x="66929" y="62611"/>
                </a:lnTo>
                <a:lnTo>
                  <a:pt x="73914" y="51054"/>
                </a:lnTo>
                <a:lnTo>
                  <a:pt x="75819" y="38227"/>
                </a:lnTo>
                <a:lnTo>
                  <a:pt x="75819" y="37846"/>
                </a:lnTo>
                <a:lnTo>
                  <a:pt x="76073" y="36068"/>
                </a:lnTo>
                <a:close/>
              </a:path>
              <a:path w="114300" h="810894">
                <a:moveTo>
                  <a:pt x="77089" y="728218"/>
                </a:moveTo>
                <a:lnTo>
                  <a:pt x="75692" y="702818"/>
                </a:lnTo>
                <a:lnTo>
                  <a:pt x="69342" y="703199"/>
                </a:lnTo>
                <a:lnTo>
                  <a:pt x="70739" y="728472"/>
                </a:lnTo>
                <a:lnTo>
                  <a:pt x="77089" y="728218"/>
                </a:lnTo>
                <a:close/>
              </a:path>
              <a:path w="114300" h="810894">
                <a:moveTo>
                  <a:pt x="114173" y="770763"/>
                </a:moveTo>
                <a:lnTo>
                  <a:pt x="110490" y="756158"/>
                </a:lnTo>
                <a:lnTo>
                  <a:pt x="103759" y="747268"/>
                </a:lnTo>
                <a:lnTo>
                  <a:pt x="101727" y="744474"/>
                </a:lnTo>
                <a:lnTo>
                  <a:pt x="89154" y="736854"/>
                </a:lnTo>
                <a:lnTo>
                  <a:pt x="74168" y="734695"/>
                </a:lnTo>
                <a:lnTo>
                  <a:pt x="59563" y="738505"/>
                </a:lnTo>
                <a:lnTo>
                  <a:pt x="47879" y="747268"/>
                </a:lnTo>
                <a:lnTo>
                  <a:pt x="40386" y="759714"/>
                </a:lnTo>
                <a:lnTo>
                  <a:pt x="38100" y="774700"/>
                </a:lnTo>
                <a:lnTo>
                  <a:pt x="41910" y="789432"/>
                </a:lnTo>
                <a:lnTo>
                  <a:pt x="50673" y="801116"/>
                </a:lnTo>
                <a:lnTo>
                  <a:pt x="63119" y="808609"/>
                </a:lnTo>
                <a:lnTo>
                  <a:pt x="78105" y="810768"/>
                </a:lnTo>
                <a:lnTo>
                  <a:pt x="92837" y="807085"/>
                </a:lnTo>
                <a:lnTo>
                  <a:pt x="104521" y="798322"/>
                </a:lnTo>
                <a:lnTo>
                  <a:pt x="112014" y="785749"/>
                </a:lnTo>
                <a:lnTo>
                  <a:pt x="113919" y="772922"/>
                </a:lnTo>
                <a:lnTo>
                  <a:pt x="114173" y="770763"/>
                </a:lnTo>
                <a:close/>
              </a:path>
            </a:pathLst>
          </a:custGeom>
          <a:solidFill>
            <a:srgbClr val="7D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452364" y="1335150"/>
          <a:ext cx="6162036" cy="4657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6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23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8275">
                <a:tc gridSpan="6">
                  <a:txBody>
                    <a:bodyPr/>
                    <a:lstStyle/>
                    <a:p>
                      <a:pPr marL="2540" algn="ctr">
                        <a:lnSpc>
                          <a:spcPts val="1165"/>
                        </a:lnSpc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COSTADOS</a:t>
                      </a:r>
                      <a:r>
                        <a:rPr sz="10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DOBLES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54659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40"/>
                        </a:lnSpc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PROFUNDIDAD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26060" marR="233679" indent="2540">
                        <a:lnSpc>
                          <a:spcPct val="100000"/>
                        </a:lnSpc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RECTANGULAR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2KSO328000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120cm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22000132388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9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150cm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22000132389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52095" marR="247015" indent="-22860">
                        <a:lnSpc>
                          <a:spcPct val="100000"/>
                        </a:lnSpc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TRAPEZOIDAL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2KSO340000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120cm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22000132404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9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150cm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22000132405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46100" marR="196215" indent="-3689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 INTERMEDIO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2KSO329000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120</a:t>
                      </a:r>
                      <a:r>
                        <a:rPr sz="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72.6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22000132390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150cm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87.6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22000132391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61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48005" marR="113030" indent="-417830">
                        <a:lnSpc>
                          <a:spcPct val="100000"/>
                        </a:lnSpc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COSTADOTERMINAL</a:t>
                      </a:r>
                      <a:r>
                        <a:rPr sz="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2KSO354000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120</a:t>
                      </a:r>
                      <a:r>
                        <a:rPr sz="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22000133826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9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150cm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22000133827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61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46100" marR="88900" indent="-478790">
                        <a:lnSpc>
                          <a:spcPct val="100000"/>
                        </a:lnSpc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COSTADOTERMINAL</a:t>
                      </a:r>
                      <a:r>
                        <a:rPr sz="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 CURVO</a:t>
                      </a:r>
                      <a:r>
                        <a:rPr sz="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2KSO357000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120</a:t>
                      </a:r>
                      <a:r>
                        <a:rPr sz="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22000133832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9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150cm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22000133833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861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67335" marR="247015" indent="-38100">
                        <a:lnSpc>
                          <a:spcPct val="100000"/>
                        </a:lnSpc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ORTOGONAL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2KSO364000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120cm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22000136066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86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150cm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22000136067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3447" y="1861451"/>
            <a:ext cx="479348" cy="5881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87948" y="2555570"/>
            <a:ext cx="522109" cy="60190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78932" y="3249663"/>
            <a:ext cx="439204" cy="58141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57469" y="3961396"/>
            <a:ext cx="502386" cy="61784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57088" y="4656302"/>
            <a:ext cx="502970" cy="62537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51246" y="5355107"/>
            <a:ext cx="490220" cy="603923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50" dirty="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6675" y="6166268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5"/>
                </a:lnTo>
                <a:lnTo>
                  <a:pt x="694944" y="364235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55116" y="395096"/>
            <a:ext cx="41497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130" dirty="0"/>
              <a:t> </a:t>
            </a:r>
            <a:r>
              <a:rPr sz="2500" dirty="0"/>
              <a:t>Plus</a:t>
            </a:r>
            <a:r>
              <a:rPr sz="2500" spc="60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Costados</a:t>
            </a:r>
            <a:r>
              <a:rPr sz="1400" b="0" i="1" spc="-6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400" b="0" i="1" spc="-10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sencillos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677" y="4629404"/>
            <a:ext cx="4744085" cy="1412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Segoe UI Light"/>
                <a:cs typeface="Segoe UI Light"/>
              </a:rPr>
              <a:t>CONDICIONES</a:t>
            </a:r>
            <a:r>
              <a:rPr sz="900" dirty="0">
                <a:latin typeface="Segoe UI Light"/>
                <a:cs typeface="Segoe UI Light"/>
              </a:rPr>
              <a:t> Y</a:t>
            </a:r>
            <a:r>
              <a:rPr sz="900" spc="6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RESTRICCIONES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costados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son</a:t>
            </a:r>
            <a:r>
              <a:rPr sz="900" spc="1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rematables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en</a:t>
            </a:r>
            <a:r>
              <a:rPr sz="900" spc="2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profundidad</a:t>
            </a:r>
            <a:r>
              <a:rPr sz="900" spc="5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Nominal </a:t>
            </a:r>
            <a:r>
              <a:rPr sz="900" dirty="0">
                <a:latin typeface="Segoe UI Light"/>
                <a:cs typeface="Segoe UI Light"/>
              </a:rPr>
              <a:t>(N)</a:t>
            </a:r>
            <a:r>
              <a:rPr sz="900" spc="254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desde</a:t>
            </a:r>
            <a:r>
              <a:rPr sz="900" spc="-6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60cm</a:t>
            </a:r>
            <a:r>
              <a:rPr sz="900" spc="-6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hasta</a:t>
            </a:r>
            <a:r>
              <a:rPr sz="900" spc="3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75cm.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En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-2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costados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terminales</a:t>
            </a:r>
            <a:r>
              <a:rPr sz="900" spc="-2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</a:t>
            </a:r>
            <a:r>
              <a:rPr sz="900" spc="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profundidad</a:t>
            </a:r>
            <a:r>
              <a:rPr sz="900" spc="8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Real</a:t>
            </a:r>
            <a:r>
              <a:rPr sz="900" spc="18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=</a:t>
            </a:r>
            <a:r>
              <a:rPr sz="900" spc="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Nominal</a:t>
            </a:r>
            <a:r>
              <a:rPr sz="900" spc="-2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(N)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–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1.0cm.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En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-20" dirty="0">
                <a:latin typeface="Segoe UI Light"/>
                <a:cs typeface="Segoe UI Light"/>
              </a:rPr>
              <a:t> costados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Intermedios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profundidad</a:t>
            </a:r>
            <a:r>
              <a:rPr sz="900" spc="9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Real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=</a:t>
            </a:r>
            <a:r>
              <a:rPr sz="900" spc="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Nominal (N)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-</a:t>
            </a:r>
            <a:r>
              <a:rPr sz="900" spc="2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19.2cm.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Cuando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se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requieran remates,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solicitar</a:t>
            </a:r>
            <a:r>
              <a:rPr sz="900" spc="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con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el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código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</a:t>
            </a:r>
            <a:r>
              <a:rPr sz="900" spc="3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Nominal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(N)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spc="-25" dirty="0">
                <a:latin typeface="Segoe UI Light"/>
                <a:cs typeface="Segoe UI Light"/>
              </a:rPr>
              <a:t>inmediatamente</a:t>
            </a:r>
            <a:r>
              <a:rPr sz="900" spc="5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superior.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costados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Intermedios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incluyen</a:t>
            </a:r>
            <a:r>
              <a:rPr sz="900" spc="5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dos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laminas</a:t>
            </a:r>
            <a:r>
              <a:rPr sz="900" spc="3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superficies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(pequeñas).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Los </a:t>
            </a:r>
            <a:r>
              <a:rPr sz="900" spc="-20" dirty="0">
                <a:latin typeface="Segoe UI Light"/>
                <a:cs typeface="Segoe UI Light"/>
              </a:rPr>
              <a:t>costados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terminales</a:t>
            </a:r>
            <a:r>
              <a:rPr sz="900" spc="1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tienen</a:t>
            </a:r>
            <a:r>
              <a:rPr sz="90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diferentes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opciones, </a:t>
            </a:r>
            <a:r>
              <a:rPr sz="900" dirty="0">
                <a:latin typeface="Segoe UI Light"/>
                <a:cs typeface="Segoe UI Light"/>
              </a:rPr>
              <a:t>unos</a:t>
            </a:r>
            <a:r>
              <a:rPr sz="900" spc="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son</a:t>
            </a:r>
            <a:r>
              <a:rPr sz="900" spc="2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izquierdos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y</a:t>
            </a:r>
            <a:r>
              <a:rPr sz="900" spc="3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derechos.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Los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costados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intermedios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solo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son </a:t>
            </a:r>
            <a:r>
              <a:rPr sz="900" spc="-10" dirty="0">
                <a:latin typeface="Segoe UI Light"/>
                <a:cs typeface="Segoe UI Light"/>
              </a:rPr>
              <a:t>rectangulares.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latin typeface="Segoe UI Light"/>
                <a:cs typeface="Segoe UI Light"/>
              </a:rPr>
              <a:t>Definir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el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acabado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pintura.</a:t>
            </a:r>
            <a:endParaRPr sz="900">
              <a:latin typeface="Segoe UI Light"/>
              <a:cs typeface="Segoe UI Ligh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92" y="1508378"/>
            <a:ext cx="3876548" cy="30331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77970" y="2650616"/>
            <a:ext cx="821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Costado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terminal </a:t>
            </a:r>
            <a:r>
              <a:rPr sz="900" spc="-10" dirty="0">
                <a:latin typeface="Segoe UI Light"/>
                <a:cs typeface="Segoe UI Light"/>
              </a:rPr>
              <a:t>rectangular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5978" y="1115060"/>
            <a:ext cx="3625850" cy="2456180"/>
            <a:chOff x="385978" y="1115060"/>
            <a:chExt cx="3625850" cy="2456180"/>
          </a:xfrm>
        </p:grpSpPr>
        <p:sp>
          <p:nvSpPr>
            <p:cNvPr id="12" name="object 12"/>
            <p:cNvSpPr/>
            <p:nvPr/>
          </p:nvSpPr>
          <p:spPr>
            <a:xfrm>
              <a:off x="424078" y="1218819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978" y="1872869"/>
              <a:ext cx="76200" cy="76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978" y="1115060"/>
              <a:ext cx="76200" cy="847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71800" y="2236216"/>
              <a:ext cx="0" cy="692150"/>
            </a:xfrm>
            <a:custGeom>
              <a:avLst/>
              <a:gdLst/>
              <a:ahLst/>
              <a:cxnLst/>
              <a:rect l="l" t="t" r="r" b="b"/>
              <a:pathLst>
                <a:path h="692150">
                  <a:moveTo>
                    <a:pt x="0" y="0"/>
                  </a:moveTo>
                  <a:lnTo>
                    <a:pt x="0" y="6921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3700" y="2934716"/>
              <a:ext cx="76200" cy="76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33700" y="2154174"/>
              <a:ext cx="76200" cy="762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967860" y="2840989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573"/>
                  </a:lnTo>
                </a:path>
              </a:pathLst>
            </a:custGeom>
            <a:ln w="16001">
              <a:solidFill>
                <a:srgbClr val="7D7D7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24300" y="3494913"/>
              <a:ext cx="76200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5221" y="2762504"/>
              <a:ext cx="76200" cy="7607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08203" y="1011173"/>
            <a:ext cx="3043555" cy="127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35175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Segoe UI Light"/>
                <a:cs typeface="Segoe UI Light"/>
              </a:rPr>
              <a:t>Costado</a:t>
            </a:r>
            <a:r>
              <a:rPr sz="900" spc="1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terminal trapezoidal</a:t>
            </a:r>
            <a:r>
              <a:rPr sz="900" spc="-5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izquierdo</a:t>
            </a:r>
            <a:endParaRPr sz="900">
              <a:latin typeface="Segoe UI Light"/>
              <a:cs typeface="Segoe UI Light"/>
            </a:endParaRPr>
          </a:p>
          <a:p>
            <a:pPr marL="1483360" marR="1045844">
              <a:lnSpc>
                <a:spcPct val="100000"/>
              </a:lnSpc>
              <a:spcBef>
                <a:spcPts val="1080"/>
              </a:spcBef>
            </a:pPr>
            <a:r>
              <a:rPr sz="900" spc="-10" dirty="0">
                <a:latin typeface="Segoe UI Light"/>
                <a:cs typeface="Segoe UI Light"/>
              </a:rPr>
              <a:t>Costado </a:t>
            </a:r>
            <a:r>
              <a:rPr sz="900" spc="-2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900">
              <a:latin typeface="Segoe UI Light"/>
              <a:cs typeface="Segoe UI Light"/>
            </a:endParaRPr>
          </a:p>
          <a:p>
            <a:pPr marL="2524125" marR="5080">
              <a:lnSpc>
                <a:spcPct val="100000"/>
              </a:lnSpc>
            </a:pPr>
            <a:r>
              <a:rPr sz="900" spc="-10" dirty="0">
                <a:latin typeface="Segoe UI Light"/>
                <a:cs typeface="Segoe UI Light"/>
              </a:rPr>
              <a:t>Costado </a:t>
            </a:r>
            <a:r>
              <a:rPr sz="900" spc="-2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66900" y="1562100"/>
            <a:ext cx="91440" cy="807085"/>
            <a:chOff x="1866900" y="1562100"/>
            <a:chExt cx="91440" cy="80708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66900" y="2260854"/>
              <a:ext cx="76200" cy="1079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912873" y="1638681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123"/>
                  </a:lnTo>
                </a:path>
              </a:pathLst>
            </a:custGeom>
            <a:ln w="18542">
              <a:solidFill>
                <a:srgbClr val="7D7D7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81631" y="1562100"/>
              <a:ext cx="76200" cy="76200"/>
            </a:xfrm>
            <a:prstGeom prst="rect">
              <a:avLst/>
            </a:prstGeom>
          </p:spPr>
        </p:pic>
      </p:grp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5850254" y="676401"/>
          <a:ext cx="5489574" cy="53708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5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629">
                <a:tc gridSpan="6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COSTADOS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SENCILLOS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PROFUNDIDAD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(cm)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74295" marR="5143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7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DERECHO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TRAPEZOIDAL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2KSO343000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60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59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22000132396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75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22000132398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63500" marR="40640" indent="-317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7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latin typeface="Calibri"/>
                          <a:cs typeface="Calibri"/>
                        </a:rPr>
                        <a:t>IZQUIERDO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TRAPEZOIDAL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2KSO343000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60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59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22000132397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75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22000132399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74295" marR="5143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RECTANGULAR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2KSO330000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60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59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22000132392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3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75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22000132393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6670" marR="22225" indent="-10795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INTERMEDIO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7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2KSO331000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60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spc="-20" dirty="0">
                          <a:latin typeface="Calibri"/>
                          <a:cs typeface="Calibri"/>
                        </a:rPr>
                        <a:t>40.8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22000132394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7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20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75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sz="700" spc="-20" dirty="0">
                          <a:latin typeface="Calibri"/>
                          <a:cs typeface="Calibri"/>
                        </a:rPr>
                        <a:t>55.8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22000132395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6830" marR="18415" algn="ctr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7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CURVO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DERECHO</a:t>
                      </a:r>
                      <a:r>
                        <a:rPr sz="7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latin typeface="Calibri"/>
                          <a:cs typeface="Calibri"/>
                        </a:rPr>
                        <a:t>2KSO356000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59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22000133830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7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22000133831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5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74295" marR="5143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7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CURVO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IZQUIERDO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2KSO356000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59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22000134104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7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22000134105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73660" marR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7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5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2KSO355000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59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22000133828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63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22000133829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63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73660" marR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ORTOGONAL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2KSO363000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22000136064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63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096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59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22000136065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10351" y="1153083"/>
            <a:ext cx="331685" cy="57564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05778" y="1766379"/>
            <a:ext cx="331724" cy="57562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121272" y="2393619"/>
            <a:ext cx="305435" cy="54897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121272" y="2980689"/>
            <a:ext cx="296176" cy="58534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116065" y="3585717"/>
            <a:ext cx="315671" cy="58534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116065" y="4201159"/>
            <a:ext cx="315620" cy="58534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113398" y="4802187"/>
            <a:ext cx="321183" cy="584136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14084" y="5431434"/>
            <a:ext cx="420408" cy="612787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10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6675" y="6165850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130" dirty="0"/>
              <a:t> </a:t>
            </a:r>
            <a:r>
              <a:rPr sz="2500" dirty="0"/>
              <a:t>Plus</a:t>
            </a:r>
            <a:r>
              <a:rPr sz="2500" spc="60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Costados</a:t>
            </a:r>
            <a:r>
              <a:rPr sz="1400" b="0" i="1" spc="-6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400" b="0" i="1" spc="-10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integración</a:t>
            </a:r>
            <a:endParaRPr sz="1400">
              <a:latin typeface="Segoe UI Light"/>
              <a:cs typeface="Segoe U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9549" y="2187829"/>
            <a:ext cx="3246755" cy="2800350"/>
            <a:chOff x="359549" y="2187829"/>
            <a:chExt cx="3246755" cy="28003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549" y="2187829"/>
              <a:ext cx="3246247" cy="28000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53690" y="2308479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5590" y="2962529"/>
              <a:ext cx="76200" cy="76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5590" y="2204720"/>
              <a:ext cx="76200" cy="8470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428999" y="2574036"/>
              <a:ext cx="0" cy="692150"/>
            </a:xfrm>
            <a:custGeom>
              <a:avLst/>
              <a:gdLst/>
              <a:ahLst/>
              <a:cxnLst/>
              <a:rect l="l" t="t" r="r" b="b"/>
              <a:pathLst>
                <a:path h="692150">
                  <a:moveTo>
                    <a:pt x="0" y="0"/>
                  </a:moveTo>
                  <a:lnTo>
                    <a:pt x="0" y="6921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899" y="3272536"/>
              <a:ext cx="76200" cy="76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90899" y="2492121"/>
              <a:ext cx="76200" cy="762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579623" y="1804161"/>
            <a:ext cx="1059180" cy="55435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18159" indent="68580">
              <a:lnSpc>
                <a:spcPts val="1000"/>
              </a:lnSpc>
              <a:spcBef>
                <a:spcPts val="200"/>
              </a:spcBef>
            </a:pPr>
            <a:r>
              <a:rPr sz="900" spc="-10" dirty="0">
                <a:latin typeface="Segoe UI Light"/>
                <a:cs typeface="Segoe UI Light"/>
              </a:rPr>
              <a:t>Costado </a:t>
            </a:r>
            <a:r>
              <a:rPr sz="900" spc="-15" dirty="0">
                <a:latin typeface="Segoe UI Light"/>
                <a:cs typeface="Segoe UI Light"/>
              </a:rPr>
              <a:t>Integración</a:t>
            </a:r>
            <a:endParaRPr sz="900">
              <a:latin typeface="Segoe UI Light"/>
              <a:cs typeface="Segoe UI Light"/>
            </a:endParaRPr>
          </a:p>
          <a:p>
            <a:pPr marL="657225">
              <a:lnSpc>
                <a:spcPts val="985"/>
              </a:lnSpc>
            </a:pPr>
            <a:r>
              <a:rPr sz="900" spc="-10" dirty="0">
                <a:latin typeface="Segoe UI Light"/>
                <a:cs typeface="Segoe UI Light"/>
              </a:rPr>
              <a:t>Costado</a:t>
            </a:r>
            <a:endParaRPr sz="900">
              <a:latin typeface="Segoe UI Light"/>
              <a:cs typeface="Segoe UI Light"/>
            </a:endParaRPr>
          </a:p>
          <a:p>
            <a:pPr marL="669290">
              <a:lnSpc>
                <a:spcPct val="100000"/>
              </a:lnSpc>
            </a:pPr>
            <a:r>
              <a:rPr sz="900" spc="-10" dirty="0">
                <a:latin typeface="Segoe UI Light"/>
                <a:cs typeface="Segoe UI Light"/>
              </a:rPr>
              <a:t>Unitario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10580" y="4661407"/>
            <a:ext cx="4742815" cy="113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Segoe UI Light"/>
                <a:cs typeface="Segoe UI Light"/>
              </a:rPr>
              <a:t>CONDICIONES</a:t>
            </a:r>
            <a:r>
              <a:rPr sz="900" dirty="0">
                <a:latin typeface="Segoe UI Light"/>
                <a:cs typeface="Segoe UI Light"/>
              </a:rPr>
              <a:t> Y</a:t>
            </a:r>
            <a:r>
              <a:rPr sz="900" spc="6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RESTRICCIONES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El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integración</a:t>
            </a:r>
            <a:r>
              <a:rPr sz="900" spc="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es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rematable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en</a:t>
            </a:r>
            <a:r>
              <a:rPr sz="900" spc="2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profundidad</a:t>
            </a:r>
            <a:r>
              <a:rPr sz="900" spc="6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Nominal</a:t>
            </a:r>
            <a:r>
              <a:rPr sz="900" dirty="0">
                <a:latin typeface="Segoe UI Light"/>
                <a:cs typeface="Segoe UI Light"/>
              </a:rPr>
              <a:t> (N)</a:t>
            </a:r>
            <a:r>
              <a:rPr sz="900" spc="26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desde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120cm</a:t>
            </a:r>
            <a:r>
              <a:rPr sz="900" spc="-6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hasta</a:t>
            </a:r>
            <a:r>
              <a:rPr sz="900" spc="5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150cm.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El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unitario</a:t>
            </a:r>
            <a:r>
              <a:rPr sz="900" spc="5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no es</a:t>
            </a:r>
            <a:r>
              <a:rPr sz="900" spc="-10" dirty="0">
                <a:latin typeface="Segoe UI Light"/>
                <a:cs typeface="Segoe UI Light"/>
              </a:rPr>
              <a:t> ramatable.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En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el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costado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integración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</a:t>
            </a:r>
            <a:r>
              <a:rPr sz="900" spc="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profundidad</a:t>
            </a:r>
            <a:r>
              <a:rPr sz="900" spc="8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Real</a:t>
            </a:r>
            <a:r>
              <a:rPr sz="900" spc="19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=</a:t>
            </a:r>
            <a:r>
              <a:rPr sz="900" spc="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Nominal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(N)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–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1.0cm.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Esta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tipología </a:t>
            </a:r>
            <a:r>
              <a:rPr sz="900" dirty="0">
                <a:latin typeface="Segoe UI Light"/>
                <a:cs typeface="Segoe UI Light"/>
              </a:rPr>
              <a:t>solo</a:t>
            </a:r>
            <a:r>
              <a:rPr sz="900" spc="-2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se</a:t>
            </a:r>
            <a:r>
              <a:rPr sz="900" spc="-2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puede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realizar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con</a:t>
            </a:r>
            <a:r>
              <a:rPr sz="900" spc="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costados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rectangulares.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Cuando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se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requieran remates,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solicitar</a:t>
            </a:r>
            <a:r>
              <a:rPr sz="900" spc="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con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el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código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</a:t>
            </a:r>
            <a:r>
              <a:rPr sz="900" spc="3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Nominal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(N)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spc="-25" dirty="0">
                <a:latin typeface="Segoe UI Light"/>
                <a:cs typeface="Segoe UI Light"/>
              </a:rPr>
              <a:t>inmediatamente</a:t>
            </a:r>
            <a:r>
              <a:rPr sz="900" spc="4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superior.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latin typeface="Segoe UI Light"/>
                <a:cs typeface="Segoe UI Light"/>
              </a:rPr>
              <a:t>Definir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el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acabado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pintura..</a:t>
            </a:r>
            <a:endParaRPr sz="900">
              <a:latin typeface="Segoe UI Light"/>
              <a:cs typeface="Segoe UI Light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403850" y="1010919"/>
          <a:ext cx="5942963" cy="1917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marL="2540" algn="ctr">
                        <a:lnSpc>
                          <a:spcPts val="1275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COSTADO</a:t>
                      </a: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DOBLE</a:t>
                      </a:r>
                      <a:r>
                        <a:rPr sz="11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INTEGRACION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2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ts val="1310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016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DOBLE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INTEGRACION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2KSO347000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120cm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119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71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22000132926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0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150cm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149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71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22000132927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403850" y="3133979"/>
          <a:ext cx="5022849" cy="1278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11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5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UNITARIO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PYM100023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71.5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22000103832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71260" y="3482073"/>
            <a:ext cx="302196" cy="85218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35244" y="1618259"/>
            <a:ext cx="1082344" cy="124901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11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165" dirty="0">
                <a:solidFill>
                  <a:srgbClr val="232323"/>
                </a:solidFill>
              </a:rPr>
              <a:t> </a:t>
            </a:r>
            <a:r>
              <a:rPr sz="2500" dirty="0"/>
              <a:t>Plus</a:t>
            </a:r>
            <a:r>
              <a:rPr sz="2500" spc="80" dirty="0"/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Viga</a:t>
            </a:r>
            <a:r>
              <a:rPr sz="1200" b="0" i="1" spc="-7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200" b="0" i="1" spc="-7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doble</a:t>
            </a:r>
            <a:r>
              <a:rPr sz="1200" b="0" i="1" spc="-5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-</a:t>
            </a:r>
            <a:r>
              <a:rPr sz="1200" b="0" i="1" spc="-5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sencillos</a:t>
            </a:r>
            <a:endParaRPr sz="1200">
              <a:latin typeface="Segoe UI Light"/>
              <a:cs typeface="Segoe U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5721" y="6241321"/>
            <a:ext cx="234950" cy="265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50"/>
              </a:lnSpc>
            </a:pPr>
            <a:r>
              <a:rPr sz="1800" spc="-50" dirty="0">
                <a:solidFill>
                  <a:srgbClr val="EFEFEF"/>
                </a:solidFill>
                <a:latin typeface="Trebuchet MS"/>
                <a:cs typeface="Trebuchet MS"/>
              </a:rPr>
              <a:t>15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61476" y="6270616"/>
            <a:ext cx="93535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5"/>
              </a:lnSpc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4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6" name="object 6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497056" y="6164579"/>
            <a:ext cx="695325" cy="36449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8064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635"/>
              </a:spcBef>
            </a:pPr>
            <a:r>
              <a:rPr sz="1200" spc="-25" dirty="0">
                <a:solidFill>
                  <a:srgbClr val="EFEFEF"/>
                </a:solidFill>
                <a:latin typeface="Trebuchet MS"/>
                <a:cs typeface="Trebuchet MS"/>
              </a:rPr>
              <a:t>12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35244" y="3767708"/>
            <a:ext cx="1618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Y</a:t>
            </a:r>
            <a:r>
              <a:rPr sz="900" spc="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RESTRICCIONES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5244" y="4054220"/>
            <a:ext cx="4742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vigas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pueden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rematar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Nominal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90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900" spc="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150cm.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–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8.7cm.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latin typeface="Segoe UI Light"/>
                <a:cs typeface="Segoe UI Light"/>
              </a:rPr>
              <a:t>Cuando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se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requieran remates,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solicitar</a:t>
            </a:r>
            <a:r>
              <a:rPr sz="900" spc="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con</a:t>
            </a:r>
            <a:r>
              <a:rPr sz="900" spc="-1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el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código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la</a:t>
            </a:r>
            <a:r>
              <a:rPr sz="900" spc="3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Nominal</a:t>
            </a:r>
            <a:r>
              <a:rPr sz="900" spc="-1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(N)</a:t>
            </a:r>
            <a:r>
              <a:rPr sz="900" spc="-35" dirty="0">
                <a:latin typeface="Segoe UI Light"/>
                <a:cs typeface="Segoe UI Light"/>
              </a:rPr>
              <a:t> </a:t>
            </a:r>
            <a:r>
              <a:rPr sz="900" spc="-25" dirty="0">
                <a:latin typeface="Segoe UI Light"/>
                <a:cs typeface="Segoe UI Light"/>
              </a:rPr>
              <a:t>inmediatamente</a:t>
            </a:r>
            <a:r>
              <a:rPr sz="900" spc="4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superior.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latin typeface="Segoe UI Light"/>
                <a:cs typeface="Segoe UI Light"/>
              </a:rPr>
              <a:t>Definir</a:t>
            </a:r>
            <a:r>
              <a:rPr sz="900" spc="-20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acabado</a:t>
            </a:r>
            <a:r>
              <a:rPr sz="900" spc="-45" dirty="0">
                <a:latin typeface="Segoe UI Light"/>
                <a:cs typeface="Segoe UI Light"/>
              </a:rPr>
              <a:t> </a:t>
            </a:r>
            <a:r>
              <a:rPr sz="900" dirty="0">
                <a:latin typeface="Segoe UI Light"/>
                <a:cs typeface="Segoe UI Light"/>
              </a:rPr>
              <a:t>de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pintura.</a:t>
            </a:r>
            <a:endParaRPr sz="900">
              <a:latin typeface="Segoe UI Light"/>
              <a:cs typeface="Segoe UI Ligh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711190" y="1932558"/>
          <a:ext cx="4687569" cy="1667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150">
                <a:tc gridSpan="5">
                  <a:txBody>
                    <a:bodyPr/>
                    <a:lstStyle/>
                    <a:p>
                      <a:pPr marL="8255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VIGAS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ts val="1310"/>
                        </a:lnSpc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31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VIGA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REFUERZO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2KSO336000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91.3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22000132414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111.3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141.3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22000132416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262189" y="1414907"/>
            <a:ext cx="2818130" cy="2122805"/>
            <a:chOff x="1262189" y="1414907"/>
            <a:chExt cx="2818130" cy="212280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189" y="1414907"/>
              <a:ext cx="2817876" cy="212267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474593" y="1748408"/>
              <a:ext cx="114300" cy="810895"/>
            </a:xfrm>
            <a:custGeom>
              <a:avLst/>
              <a:gdLst/>
              <a:ahLst/>
              <a:cxnLst/>
              <a:rect l="l" t="t" r="r" b="b"/>
              <a:pathLst>
                <a:path w="114300" h="810894">
                  <a:moveTo>
                    <a:pt x="44704" y="106680"/>
                  </a:moveTo>
                  <a:lnTo>
                    <a:pt x="43434" y="81407"/>
                  </a:lnTo>
                  <a:lnTo>
                    <a:pt x="37084" y="81661"/>
                  </a:lnTo>
                  <a:lnTo>
                    <a:pt x="38354" y="107061"/>
                  </a:lnTo>
                  <a:lnTo>
                    <a:pt x="44704" y="106680"/>
                  </a:lnTo>
                  <a:close/>
                </a:path>
                <a:path w="114300" h="810894">
                  <a:moveTo>
                    <a:pt x="46990" y="151130"/>
                  </a:moveTo>
                  <a:lnTo>
                    <a:pt x="45720" y="125730"/>
                  </a:lnTo>
                  <a:lnTo>
                    <a:pt x="39370" y="126111"/>
                  </a:lnTo>
                  <a:lnTo>
                    <a:pt x="40640" y="151511"/>
                  </a:lnTo>
                  <a:lnTo>
                    <a:pt x="46990" y="151130"/>
                  </a:lnTo>
                  <a:close/>
                </a:path>
                <a:path w="114300" h="810894">
                  <a:moveTo>
                    <a:pt x="49403" y="195453"/>
                  </a:moveTo>
                  <a:lnTo>
                    <a:pt x="48006" y="170180"/>
                  </a:lnTo>
                  <a:lnTo>
                    <a:pt x="41656" y="170434"/>
                  </a:lnTo>
                  <a:lnTo>
                    <a:pt x="43053" y="195834"/>
                  </a:lnTo>
                  <a:lnTo>
                    <a:pt x="49403" y="195453"/>
                  </a:lnTo>
                  <a:close/>
                </a:path>
                <a:path w="114300" h="810894">
                  <a:moveTo>
                    <a:pt x="51689" y="239903"/>
                  </a:moveTo>
                  <a:lnTo>
                    <a:pt x="50292" y="214503"/>
                  </a:lnTo>
                  <a:lnTo>
                    <a:pt x="43942" y="214884"/>
                  </a:lnTo>
                  <a:lnTo>
                    <a:pt x="45339" y="240284"/>
                  </a:lnTo>
                  <a:lnTo>
                    <a:pt x="51689" y="239903"/>
                  </a:lnTo>
                  <a:close/>
                </a:path>
                <a:path w="114300" h="810894">
                  <a:moveTo>
                    <a:pt x="53975" y="284353"/>
                  </a:moveTo>
                  <a:lnTo>
                    <a:pt x="52578" y="258953"/>
                  </a:lnTo>
                  <a:lnTo>
                    <a:pt x="46228" y="259207"/>
                  </a:lnTo>
                  <a:lnTo>
                    <a:pt x="47625" y="284607"/>
                  </a:lnTo>
                  <a:lnTo>
                    <a:pt x="53975" y="284353"/>
                  </a:lnTo>
                  <a:close/>
                </a:path>
                <a:path w="114300" h="810894">
                  <a:moveTo>
                    <a:pt x="56261" y="328676"/>
                  </a:moveTo>
                  <a:lnTo>
                    <a:pt x="54991" y="303276"/>
                  </a:lnTo>
                  <a:lnTo>
                    <a:pt x="48641" y="303657"/>
                  </a:lnTo>
                  <a:lnTo>
                    <a:pt x="49911" y="329057"/>
                  </a:lnTo>
                  <a:lnTo>
                    <a:pt x="56261" y="328676"/>
                  </a:lnTo>
                  <a:close/>
                </a:path>
                <a:path w="114300" h="810894">
                  <a:moveTo>
                    <a:pt x="58547" y="373126"/>
                  </a:moveTo>
                  <a:lnTo>
                    <a:pt x="57277" y="347726"/>
                  </a:lnTo>
                  <a:lnTo>
                    <a:pt x="50927" y="347980"/>
                  </a:lnTo>
                  <a:lnTo>
                    <a:pt x="52197" y="373380"/>
                  </a:lnTo>
                  <a:lnTo>
                    <a:pt x="58547" y="373126"/>
                  </a:lnTo>
                  <a:close/>
                </a:path>
                <a:path w="114300" h="810894">
                  <a:moveTo>
                    <a:pt x="60833" y="417449"/>
                  </a:moveTo>
                  <a:lnTo>
                    <a:pt x="59563" y="392049"/>
                  </a:lnTo>
                  <a:lnTo>
                    <a:pt x="53213" y="392430"/>
                  </a:lnTo>
                  <a:lnTo>
                    <a:pt x="54483" y="417830"/>
                  </a:lnTo>
                  <a:lnTo>
                    <a:pt x="60833" y="417449"/>
                  </a:lnTo>
                  <a:close/>
                </a:path>
                <a:path w="114300" h="810894">
                  <a:moveTo>
                    <a:pt x="63119" y="461899"/>
                  </a:moveTo>
                  <a:lnTo>
                    <a:pt x="61849" y="436499"/>
                  </a:lnTo>
                  <a:lnTo>
                    <a:pt x="55499" y="436880"/>
                  </a:lnTo>
                  <a:lnTo>
                    <a:pt x="56769" y="462153"/>
                  </a:lnTo>
                  <a:lnTo>
                    <a:pt x="63119" y="461899"/>
                  </a:lnTo>
                  <a:close/>
                </a:path>
                <a:path w="114300" h="810894">
                  <a:moveTo>
                    <a:pt x="65405" y="506222"/>
                  </a:moveTo>
                  <a:lnTo>
                    <a:pt x="64135" y="480822"/>
                  </a:lnTo>
                  <a:lnTo>
                    <a:pt x="57785" y="481203"/>
                  </a:lnTo>
                  <a:lnTo>
                    <a:pt x="59055" y="506603"/>
                  </a:lnTo>
                  <a:lnTo>
                    <a:pt x="65405" y="506222"/>
                  </a:lnTo>
                  <a:close/>
                </a:path>
                <a:path w="114300" h="810894">
                  <a:moveTo>
                    <a:pt x="67818" y="550672"/>
                  </a:moveTo>
                  <a:lnTo>
                    <a:pt x="66421" y="525272"/>
                  </a:lnTo>
                  <a:lnTo>
                    <a:pt x="60071" y="525653"/>
                  </a:lnTo>
                  <a:lnTo>
                    <a:pt x="61468" y="550926"/>
                  </a:lnTo>
                  <a:lnTo>
                    <a:pt x="67818" y="550672"/>
                  </a:lnTo>
                  <a:close/>
                </a:path>
                <a:path w="114300" h="810894">
                  <a:moveTo>
                    <a:pt x="70104" y="594995"/>
                  </a:moveTo>
                  <a:lnTo>
                    <a:pt x="68707" y="569722"/>
                  </a:lnTo>
                  <a:lnTo>
                    <a:pt x="62357" y="569976"/>
                  </a:lnTo>
                  <a:lnTo>
                    <a:pt x="63754" y="595376"/>
                  </a:lnTo>
                  <a:lnTo>
                    <a:pt x="70104" y="594995"/>
                  </a:lnTo>
                  <a:close/>
                </a:path>
                <a:path w="114300" h="810894">
                  <a:moveTo>
                    <a:pt x="72390" y="639445"/>
                  </a:moveTo>
                  <a:lnTo>
                    <a:pt x="70993" y="614045"/>
                  </a:lnTo>
                  <a:lnTo>
                    <a:pt x="64643" y="614426"/>
                  </a:lnTo>
                  <a:lnTo>
                    <a:pt x="66040" y="639699"/>
                  </a:lnTo>
                  <a:lnTo>
                    <a:pt x="72390" y="639445"/>
                  </a:lnTo>
                  <a:close/>
                </a:path>
                <a:path w="114300" h="810894">
                  <a:moveTo>
                    <a:pt x="74676" y="683768"/>
                  </a:moveTo>
                  <a:lnTo>
                    <a:pt x="73406" y="658495"/>
                  </a:lnTo>
                  <a:lnTo>
                    <a:pt x="67056" y="658749"/>
                  </a:lnTo>
                  <a:lnTo>
                    <a:pt x="68326" y="684149"/>
                  </a:lnTo>
                  <a:lnTo>
                    <a:pt x="74676" y="683768"/>
                  </a:lnTo>
                  <a:close/>
                </a:path>
                <a:path w="114300" h="810894">
                  <a:moveTo>
                    <a:pt x="76073" y="36068"/>
                  </a:moveTo>
                  <a:lnTo>
                    <a:pt x="72263" y="21463"/>
                  </a:lnTo>
                  <a:lnTo>
                    <a:pt x="63500" y="9779"/>
                  </a:lnTo>
                  <a:lnTo>
                    <a:pt x="51054" y="2159"/>
                  </a:lnTo>
                  <a:lnTo>
                    <a:pt x="36068" y="0"/>
                  </a:lnTo>
                  <a:lnTo>
                    <a:pt x="21336" y="3810"/>
                  </a:lnTo>
                  <a:lnTo>
                    <a:pt x="9652" y="12573"/>
                  </a:lnTo>
                  <a:lnTo>
                    <a:pt x="2159" y="25019"/>
                  </a:lnTo>
                  <a:lnTo>
                    <a:pt x="0" y="40005"/>
                  </a:lnTo>
                  <a:lnTo>
                    <a:pt x="3683" y="54737"/>
                  </a:lnTo>
                  <a:lnTo>
                    <a:pt x="12446" y="66421"/>
                  </a:lnTo>
                  <a:lnTo>
                    <a:pt x="25019" y="73914"/>
                  </a:lnTo>
                  <a:lnTo>
                    <a:pt x="40005" y="76073"/>
                  </a:lnTo>
                  <a:lnTo>
                    <a:pt x="54610" y="72390"/>
                  </a:lnTo>
                  <a:lnTo>
                    <a:pt x="66294" y="63627"/>
                  </a:lnTo>
                  <a:lnTo>
                    <a:pt x="66929" y="62611"/>
                  </a:lnTo>
                  <a:lnTo>
                    <a:pt x="73787" y="51054"/>
                  </a:lnTo>
                  <a:lnTo>
                    <a:pt x="75692" y="38227"/>
                  </a:lnTo>
                  <a:lnTo>
                    <a:pt x="75819" y="37846"/>
                  </a:lnTo>
                  <a:lnTo>
                    <a:pt x="76073" y="36068"/>
                  </a:lnTo>
                  <a:close/>
                </a:path>
                <a:path w="114300" h="810894">
                  <a:moveTo>
                    <a:pt x="76962" y="728218"/>
                  </a:moveTo>
                  <a:lnTo>
                    <a:pt x="75692" y="702818"/>
                  </a:lnTo>
                  <a:lnTo>
                    <a:pt x="69342" y="703199"/>
                  </a:lnTo>
                  <a:lnTo>
                    <a:pt x="70612" y="728472"/>
                  </a:lnTo>
                  <a:lnTo>
                    <a:pt x="76962" y="728218"/>
                  </a:lnTo>
                  <a:close/>
                </a:path>
                <a:path w="114300" h="810894">
                  <a:moveTo>
                    <a:pt x="114173" y="770763"/>
                  </a:moveTo>
                  <a:lnTo>
                    <a:pt x="89154" y="736854"/>
                  </a:lnTo>
                  <a:lnTo>
                    <a:pt x="74168" y="734695"/>
                  </a:lnTo>
                  <a:lnTo>
                    <a:pt x="59436" y="738505"/>
                  </a:lnTo>
                  <a:lnTo>
                    <a:pt x="47752" y="747268"/>
                  </a:lnTo>
                  <a:lnTo>
                    <a:pt x="40259" y="759714"/>
                  </a:lnTo>
                  <a:lnTo>
                    <a:pt x="38100" y="774700"/>
                  </a:lnTo>
                  <a:lnTo>
                    <a:pt x="41783" y="789432"/>
                  </a:lnTo>
                  <a:lnTo>
                    <a:pt x="50546" y="801116"/>
                  </a:lnTo>
                  <a:lnTo>
                    <a:pt x="63119" y="808609"/>
                  </a:lnTo>
                  <a:lnTo>
                    <a:pt x="78105" y="810768"/>
                  </a:lnTo>
                  <a:lnTo>
                    <a:pt x="92710" y="807085"/>
                  </a:lnTo>
                  <a:lnTo>
                    <a:pt x="104394" y="798322"/>
                  </a:lnTo>
                  <a:lnTo>
                    <a:pt x="111887" y="785749"/>
                  </a:lnTo>
                  <a:lnTo>
                    <a:pt x="113792" y="772922"/>
                  </a:lnTo>
                  <a:lnTo>
                    <a:pt x="114173" y="770763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69970" y="1693290"/>
            <a:ext cx="682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Segoe UI Light"/>
                <a:cs typeface="Segoe UI Light"/>
              </a:rPr>
              <a:t>Viga</a:t>
            </a:r>
            <a:r>
              <a:rPr sz="900" spc="-6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Refuerzo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90600" y="3525939"/>
            <a:ext cx="2927985" cy="2284730"/>
            <a:chOff x="990600" y="3525939"/>
            <a:chExt cx="2927985" cy="228473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600" y="3525939"/>
              <a:ext cx="2927477" cy="228434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95296" y="3800347"/>
              <a:ext cx="114300" cy="810895"/>
            </a:xfrm>
            <a:custGeom>
              <a:avLst/>
              <a:gdLst/>
              <a:ahLst/>
              <a:cxnLst/>
              <a:rect l="l" t="t" r="r" b="b"/>
              <a:pathLst>
                <a:path w="114300" h="810895">
                  <a:moveTo>
                    <a:pt x="44831" y="106807"/>
                  </a:moveTo>
                  <a:lnTo>
                    <a:pt x="43561" y="81407"/>
                  </a:lnTo>
                  <a:lnTo>
                    <a:pt x="37211" y="81788"/>
                  </a:lnTo>
                  <a:lnTo>
                    <a:pt x="38481" y="107061"/>
                  </a:lnTo>
                  <a:lnTo>
                    <a:pt x="44831" y="106807"/>
                  </a:lnTo>
                  <a:close/>
                </a:path>
                <a:path w="114300" h="810895">
                  <a:moveTo>
                    <a:pt x="47117" y="151130"/>
                  </a:moveTo>
                  <a:lnTo>
                    <a:pt x="45847" y="125857"/>
                  </a:lnTo>
                  <a:lnTo>
                    <a:pt x="39497" y="126111"/>
                  </a:lnTo>
                  <a:lnTo>
                    <a:pt x="40767" y="151511"/>
                  </a:lnTo>
                  <a:lnTo>
                    <a:pt x="47117" y="151130"/>
                  </a:lnTo>
                  <a:close/>
                </a:path>
                <a:path w="114300" h="810895">
                  <a:moveTo>
                    <a:pt x="49403" y="195580"/>
                  </a:moveTo>
                  <a:lnTo>
                    <a:pt x="48133" y="170180"/>
                  </a:lnTo>
                  <a:lnTo>
                    <a:pt x="41783" y="170561"/>
                  </a:lnTo>
                  <a:lnTo>
                    <a:pt x="43053" y="195834"/>
                  </a:lnTo>
                  <a:lnTo>
                    <a:pt x="49403" y="195580"/>
                  </a:lnTo>
                  <a:close/>
                </a:path>
                <a:path w="114300" h="810895">
                  <a:moveTo>
                    <a:pt x="51689" y="239903"/>
                  </a:moveTo>
                  <a:lnTo>
                    <a:pt x="50419" y="214630"/>
                  </a:lnTo>
                  <a:lnTo>
                    <a:pt x="44069" y="214884"/>
                  </a:lnTo>
                  <a:lnTo>
                    <a:pt x="45339" y="240284"/>
                  </a:lnTo>
                  <a:lnTo>
                    <a:pt x="51689" y="239903"/>
                  </a:lnTo>
                  <a:close/>
                </a:path>
                <a:path w="114300" h="810895">
                  <a:moveTo>
                    <a:pt x="53975" y="284353"/>
                  </a:moveTo>
                  <a:lnTo>
                    <a:pt x="52705" y="258953"/>
                  </a:lnTo>
                  <a:lnTo>
                    <a:pt x="46355" y="259334"/>
                  </a:lnTo>
                  <a:lnTo>
                    <a:pt x="47625" y="284734"/>
                  </a:lnTo>
                  <a:lnTo>
                    <a:pt x="53975" y="284353"/>
                  </a:lnTo>
                  <a:close/>
                </a:path>
                <a:path w="114300" h="810895">
                  <a:moveTo>
                    <a:pt x="56388" y="328676"/>
                  </a:moveTo>
                  <a:lnTo>
                    <a:pt x="54991" y="303403"/>
                  </a:lnTo>
                  <a:lnTo>
                    <a:pt x="48641" y="303657"/>
                  </a:lnTo>
                  <a:lnTo>
                    <a:pt x="50038" y="329057"/>
                  </a:lnTo>
                  <a:lnTo>
                    <a:pt x="56388" y="328676"/>
                  </a:lnTo>
                  <a:close/>
                </a:path>
                <a:path w="114300" h="810895">
                  <a:moveTo>
                    <a:pt x="58674" y="373126"/>
                  </a:moveTo>
                  <a:lnTo>
                    <a:pt x="57277" y="347726"/>
                  </a:lnTo>
                  <a:lnTo>
                    <a:pt x="50927" y="348107"/>
                  </a:lnTo>
                  <a:lnTo>
                    <a:pt x="52324" y="373507"/>
                  </a:lnTo>
                  <a:lnTo>
                    <a:pt x="58674" y="373126"/>
                  </a:lnTo>
                  <a:close/>
                </a:path>
                <a:path w="114300" h="810895">
                  <a:moveTo>
                    <a:pt x="60960" y="417576"/>
                  </a:moveTo>
                  <a:lnTo>
                    <a:pt x="59563" y="392176"/>
                  </a:lnTo>
                  <a:lnTo>
                    <a:pt x="53213" y="392430"/>
                  </a:lnTo>
                  <a:lnTo>
                    <a:pt x="54610" y="417830"/>
                  </a:lnTo>
                  <a:lnTo>
                    <a:pt x="60960" y="417576"/>
                  </a:lnTo>
                  <a:close/>
                </a:path>
                <a:path w="114300" h="810895">
                  <a:moveTo>
                    <a:pt x="63246" y="461899"/>
                  </a:moveTo>
                  <a:lnTo>
                    <a:pt x="61976" y="436499"/>
                  </a:lnTo>
                  <a:lnTo>
                    <a:pt x="55626" y="436880"/>
                  </a:lnTo>
                  <a:lnTo>
                    <a:pt x="56896" y="462280"/>
                  </a:lnTo>
                  <a:lnTo>
                    <a:pt x="63246" y="461899"/>
                  </a:lnTo>
                  <a:close/>
                </a:path>
                <a:path w="114300" h="810895">
                  <a:moveTo>
                    <a:pt x="65532" y="506349"/>
                  </a:moveTo>
                  <a:lnTo>
                    <a:pt x="64262" y="480949"/>
                  </a:lnTo>
                  <a:lnTo>
                    <a:pt x="57912" y="481203"/>
                  </a:lnTo>
                  <a:lnTo>
                    <a:pt x="59182" y="506603"/>
                  </a:lnTo>
                  <a:lnTo>
                    <a:pt x="65532" y="506349"/>
                  </a:lnTo>
                  <a:close/>
                </a:path>
                <a:path w="114300" h="810895">
                  <a:moveTo>
                    <a:pt x="67818" y="550672"/>
                  </a:moveTo>
                  <a:lnTo>
                    <a:pt x="66548" y="525272"/>
                  </a:lnTo>
                  <a:lnTo>
                    <a:pt x="60198" y="525653"/>
                  </a:lnTo>
                  <a:lnTo>
                    <a:pt x="61468" y="551053"/>
                  </a:lnTo>
                  <a:lnTo>
                    <a:pt x="67818" y="550672"/>
                  </a:lnTo>
                  <a:close/>
                </a:path>
                <a:path w="114300" h="810895">
                  <a:moveTo>
                    <a:pt x="70104" y="595122"/>
                  </a:moveTo>
                  <a:lnTo>
                    <a:pt x="68834" y="569722"/>
                  </a:lnTo>
                  <a:lnTo>
                    <a:pt x="62484" y="570103"/>
                  </a:lnTo>
                  <a:lnTo>
                    <a:pt x="63754" y="595376"/>
                  </a:lnTo>
                  <a:lnTo>
                    <a:pt x="70104" y="595122"/>
                  </a:lnTo>
                  <a:close/>
                </a:path>
                <a:path w="114300" h="810895">
                  <a:moveTo>
                    <a:pt x="72390" y="639445"/>
                  </a:moveTo>
                  <a:lnTo>
                    <a:pt x="71120" y="614045"/>
                  </a:lnTo>
                  <a:lnTo>
                    <a:pt x="64770" y="614426"/>
                  </a:lnTo>
                  <a:lnTo>
                    <a:pt x="66040" y="639826"/>
                  </a:lnTo>
                  <a:lnTo>
                    <a:pt x="72390" y="639445"/>
                  </a:lnTo>
                  <a:close/>
                </a:path>
                <a:path w="114300" h="810895">
                  <a:moveTo>
                    <a:pt x="74803" y="683895"/>
                  </a:moveTo>
                  <a:lnTo>
                    <a:pt x="73406" y="658495"/>
                  </a:lnTo>
                  <a:lnTo>
                    <a:pt x="67056" y="658876"/>
                  </a:lnTo>
                  <a:lnTo>
                    <a:pt x="68453" y="684149"/>
                  </a:lnTo>
                  <a:lnTo>
                    <a:pt x="74803" y="683895"/>
                  </a:lnTo>
                  <a:close/>
                </a:path>
                <a:path w="114300" h="810895">
                  <a:moveTo>
                    <a:pt x="76073" y="36195"/>
                  </a:moveTo>
                  <a:lnTo>
                    <a:pt x="72390" y="21463"/>
                  </a:lnTo>
                  <a:lnTo>
                    <a:pt x="63627" y="9779"/>
                  </a:lnTo>
                  <a:lnTo>
                    <a:pt x="51054" y="2286"/>
                  </a:lnTo>
                  <a:lnTo>
                    <a:pt x="36068" y="0"/>
                  </a:lnTo>
                  <a:lnTo>
                    <a:pt x="21463" y="3810"/>
                  </a:lnTo>
                  <a:lnTo>
                    <a:pt x="9779" y="12573"/>
                  </a:lnTo>
                  <a:lnTo>
                    <a:pt x="2286" y="25146"/>
                  </a:lnTo>
                  <a:lnTo>
                    <a:pt x="0" y="40132"/>
                  </a:lnTo>
                  <a:lnTo>
                    <a:pt x="3810" y="54737"/>
                  </a:lnTo>
                  <a:lnTo>
                    <a:pt x="12573" y="66421"/>
                  </a:lnTo>
                  <a:lnTo>
                    <a:pt x="25019" y="73914"/>
                  </a:lnTo>
                  <a:lnTo>
                    <a:pt x="40005" y="76200"/>
                  </a:lnTo>
                  <a:lnTo>
                    <a:pt x="54737" y="72390"/>
                  </a:lnTo>
                  <a:lnTo>
                    <a:pt x="66421" y="63627"/>
                  </a:lnTo>
                  <a:lnTo>
                    <a:pt x="66929" y="62738"/>
                  </a:lnTo>
                  <a:lnTo>
                    <a:pt x="73914" y="51181"/>
                  </a:lnTo>
                  <a:lnTo>
                    <a:pt x="75819" y="37973"/>
                  </a:lnTo>
                  <a:lnTo>
                    <a:pt x="76073" y="36195"/>
                  </a:lnTo>
                  <a:close/>
                </a:path>
                <a:path w="114300" h="810895">
                  <a:moveTo>
                    <a:pt x="77089" y="728218"/>
                  </a:moveTo>
                  <a:lnTo>
                    <a:pt x="75692" y="702945"/>
                  </a:lnTo>
                  <a:lnTo>
                    <a:pt x="69342" y="703199"/>
                  </a:lnTo>
                  <a:lnTo>
                    <a:pt x="70739" y="728599"/>
                  </a:lnTo>
                  <a:lnTo>
                    <a:pt x="77089" y="728218"/>
                  </a:lnTo>
                  <a:close/>
                </a:path>
                <a:path w="114300" h="810895">
                  <a:moveTo>
                    <a:pt x="114173" y="770890"/>
                  </a:moveTo>
                  <a:lnTo>
                    <a:pt x="110490" y="756158"/>
                  </a:lnTo>
                  <a:lnTo>
                    <a:pt x="103759" y="747268"/>
                  </a:lnTo>
                  <a:lnTo>
                    <a:pt x="101727" y="744474"/>
                  </a:lnTo>
                  <a:lnTo>
                    <a:pt x="89154" y="736981"/>
                  </a:lnTo>
                  <a:lnTo>
                    <a:pt x="77978" y="735279"/>
                  </a:lnTo>
                  <a:lnTo>
                    <a:pt x="77978" y="747268"/>
                  </a:lnTo>
                  <a:lnTo>
                    <a:pt x="71628" y="747649"/>
                  </a:lnTo>
                  <a:lnTo>
                    <a:pt x="77724" y="747268"/>
                  </a:lnTo>
                  <a:lnTo>
                    <a:pt x="77978" y="747268"/>
                  </a:lnTo>
                  <a:lnTo>
                    <a:pt x="77978" y="735279"/>
                  </a:lnTo>
                  <a:lnTo>
                    <a:pt x="40386" y="759841"/>
                  </a:lnTo>
                  <a:lnTo>
                    <a:pt x="38100" y="774827"/>
                  </a:lnTo>
                  <a:lnTo>
                    <a:pt x="41910" y="789432"/>
                  </a:lnTo>
                  <a:lnTo>
                    <a:pt x="50673" y="801116"/>
                  </a:lnTo>
                  <a:lnTo>
                    <a:pt x="63119" y="808609"/>
                  </a:lnTo>
                  <a:lnTo>
                    <a:pt x="78105" y="810895"/>
                  </a:lnTo>
                  <a:lnTo>
                    <a:pt x="92837" y="807085"/>
                  </a:lnTo>
                  <a:lnTo>
                    <a:pt x="104521" y="798322"/>
                  </a:lnTo>
                  <a:lnTo>
                    <a:pt x="112014" y="785876"/>
                  </a:lnTo>
                  <a:lnTo>
                    <a:pt x="113919" y="772922"/>
                  </a:lnTo>
                  <a:lnTo>
                    <a:pt x="114173" y="77089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590292" y="3746119"/>
            <a:ext cx="682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Segoe UI Light"/>
                <a:cs typeface="Segoe UI Light"/>
              </a:rPr>
              <a:t>Viga</a:t>
            </a:r>
            <a:r>
              <a:rPr sz="900" spc="-6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Refuerzo</a:t>
            </a:r>
            <a:endParaRPr sz="900">
              <a:latin typeface="Segoe UI Light"/>
              <a:cs typeface="Segoe UI Ligh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1200" y="2667000"/>
            <a:ext cx="952500" cy="617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3" name="object 3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5116" y="395096"/>
            <a:ext cx="42297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285" dirty="0">
                <a:solidFill>
                  <a:srgbClr val="232323"/>
                </a:solidFill>
              </a:rPr>
              <a:t> </a:t>
            </a:r>
            <a:r>
              <a:rPr sz="2500" spc="-35" dirty="0"/>
              <a:t>Plus</a:t>
            </a:r>
            <a:r>
              <a:rPr sz="2500" spc="-185" dirty="0"/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Ductos</a:t>
            </a:r>
            <a:r>
              <a:rPr sz="1300" b="0" i="1" spc="-8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cableado</a:t>
            </a:r>
            <a:r>
              <a:rPr sz="1300" b="0" i="1" spc="-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puesto</a:t>
            </a:r>
            <a:r>
              <a:rPr sz="1300" b="0" i="1" spc="-1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doble</a:t>
            </a:r>
            <a:endParaRPr sz="1300">
              <a:latin typeface="Segoe UI Light"/>
              <a:cs typeface="Segoe U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85334" y="4505070"/>
            <a:ext cx="6195060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Y</a:t>
            </a:r>
            <a:r>
              <a:rPr sz="900" spc="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RESTRICCIONES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ductos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intermedios-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terminales</a:t>
            </a:r>
            <a:r>
              <a:rPr sz="900" spc="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rematables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7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90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150cm.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ductos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individuales</a:t>
            </a:r>
            <a:r>
              <a:rPr sz="900" spc="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tienen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remate.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cableado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intermedio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Nominal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–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0,2cm.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cableado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(Nominal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(N)/2)</a:t>
            </a:r>
            <a:r>
              <a:rPr sz="900" spc="-9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+</a:t>
            </a:r>
            <a:r>
              <a:rPr sz="900" spc="2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31,35cm.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requieran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remates,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solicitar</a:t>
            </a:r>
            <a:r>
              <a:rPr sz="900" spc="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con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código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inmediatamente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superior.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cablear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por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bajante</a:t>
            </a:r>
            <a:r>
              <a:rPr sz="900" spc="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techo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muro;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debe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reemplazar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por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intermedio.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Usar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tapa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extremos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del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puesto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sea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intermedio.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troquelados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tomas</a:t>
            </a:r>
            <a:r>
              <a:rPr sz="900" spc="2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 quedan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desplazados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hacia</a:t>
            </a:r>
            <a:r>
              <a:rPr sz="9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un</a:t>
            </a:r>
            <a:r>
              <a:rPr sz="9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lado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perforación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grommet.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pintura.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97056" y="6164579"/>
            <a:ext cx="695325" cy="36449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8001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630"/>
              </a:spcBef>
            </a:pPr>
            <a:r>
              <a:rPr sz="1200" spc="-25" dirty="0">
                <a:solidFill>
                  <a:srgbClr val="EFEFEF"/>
                </a:solidFill>
                <a:latin typeface="Trebuchet MS"/>
                <a:cs typeface="Trebuchet MS"/>
              </a:rPr>
              <a:t>13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06283" y="6164579"/>
            <a:ext cx="3825240" cy="36576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154430">
              <a:lnSpc>
                <a:spcPct val="100000"/>
              </a:lnSpc>
              <a:spcBef>
                <a:spcPts val="83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084698" y="849757"/>
          <a:ext cx="6744967" cy="3572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2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4150">
                <a:tc gridSpan="7">
                  <a:txBody>
                    <a:bodyPr/>
                    <a:lstStyle/>
                    <a:p>
                      <a:pPr marL="5715" algn="ctr">
                        <a:lnSpc>
                          <a:spcPts val="1275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DUCTOS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DOBLES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r>
                        <a:rPr sz="11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215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ts val="1310"/>
                        </a:lnSpc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76835" marR="59690" indent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DUCTO CABLEADO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INTERMEDIO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2KSO326000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99.8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20.4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22000132408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119.8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20.4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22000132409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149.8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20.4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22000132410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13030" marR="946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DUCTO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CABLEADO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2KSO349000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81.35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20.4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22000132830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91.35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20.4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22000132831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106.35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20.4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22000132832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4139" marR="8572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CABLEADO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INDIVIDUAL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2KSO345000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N/A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69.4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20.4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22000132829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74930" marR="5651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TAPA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DOBLE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2KAC250000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N/A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3.28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10.15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22000132827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855370" y="1144269"/>
            <a:ext cx="2929890" cy="2413635"/>
            <a:chOff x="855370" y="1144269"/>
            <a:chExt cx="2929890" cy="241363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70" y="1358899"/>
              <a:ext cx="2929763" cy="21988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00199" y="1224914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2099" y="1878964"/>
              <a:ext cx="76200" cy="76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2099" y="1144269"/>
              <a:ext cx="76200" cy="76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23718" y="1618868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762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4856" y="2228469"/>
              <a:ext cx="76200" cy="76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86380" y="1498599"/>
              <a:ext cx="76200" cy="10121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65716" y="1983866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573"/>
                  </a:lnTo>
                </a:path>
              </a:pathLst>
            </a:custGeom>
            <a:ln w="17653">
              <a:solidFill>
                <a:srgbClr val="7D7D7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1075" y="2637662"/>
              <a:ext cx="76200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34537" y="1878964"/>
              <a:ext cx="76073" cy="8585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637792" y="1104391"/>
            <a:ext cx="233489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Terminal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900">
              <a:latin typeface="Segoe UI Light"/>
              <a:cs typeface="Segoe UI Light"/>
            </a:endParaRPr>
          </a:p>
          <a:p>
            <a:pPr marL="754380">
              <a:lnSpc>
                <a:spcPct val="100000"/>
              </a:lnSpc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900">
              <a:latin typeface="Segoe UI Light"/>
              <a:cs typeface="Segoe UI Light"/>
            </a:endParaRPr>
          </a:p>
          <a:p>
            <a:pPr marL="150495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Segoe UI Light"/>
                <a:cs typeface="Segoe UI Light"/>
              </a:rPr>
              <a:t>Ducto</a:t>
            </a:r>
            <a:r>
              <a:rPr sz="900" spc="-6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9913" y="2905251"/>
            <a:ext cx="3580765" cy="2456815"/>
            <a:chOff x="269913" y="2905251"/>
            <a:chExt cx="3580765" cy="2456815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3440" y="2905251"/>
              <a:ext cx="75564" cy="762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431540" y="2940176"/>
              <a:ext cx="336550" cy="6350"/>
            </a:xfrm>
            <a:custGeom>
              <a:avLst/>
              <a:gdLst/>
              <a:ahLst/>
              <a:cxnLst/>
              <a:rect l="l" t="t" r="r" b="b"/>
              <a:pathLst>
                <a:path w="336550" h="6350">
                  <a:moveTo>
                    <a:pt x="38100" y="3175"/>
                  </a:moveTo>
                  <a:lnTo>
                    <a:pt x="37465" y="0"/>
                  </a:lnTo>
                  <a:lnTo>
                    <a:pt x="254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25400" y="6350"/>
                  </a:lnTo>
                  <a:lnTo>
                    <a:pt x="37465" y="6350"/>
                  </a:lnTo>
                  <a:lnTo>
                    <a:pt x="38100" y="3175"/>
                  </a:lnTo>
                  <a:close/>
                </a:path>
                <a:path w="336550" h="6350">
                  <a:moveTo>
                    <a:pt x="69850" y="0"/>
                  </a:moveTo>
                  <a:lnTo>
                    <a:pt x="44450" y="0"/>
                  </a:lnTo>
                  <a:lnTo>
                    <a:pt x="44450" y="6350"/>
                  </a:lnTo>
                  <a:lnTo>
                    <a:pt x="69850" y="6350"/>
                  </a:lnTo>
                  <a:lnTo>
                    <a:pt x="69850" y="0"/>
                  </a:lnTo>
                  <a:close/>
                </a:path>
                <a:path w="336550" h="6350">
                  <a:moveTo>
                    <a:pt x="114300" y="0"/>
                  </a:moveTo>
                  <a:lnTo>
                    <a:pt x="88900" y="0"/>
                  </a:lnTo>
                  <a:lnTo>
                    <a:pt x="88900" y="6350"/>
                  </a:lnTo>
                  <a:lnTo>
                    <a:pt x="114300" y="6350"/>
                  </a:lnTo>
                  <a:lnTo>
                    <a:pt x="114300" y="0"/>
                  </a:lnTo>
                  <a:close/>
                </a:path>
                <a:path w="336550" h="6350">
                  <a:moveTo>
                    <a:pt x="158750" y="0"/>
                  </a:moveTo>
                  <a:lnTo>
                    <a:pt x="133350" y="0"/>
                  </a:lnTo>
                  <a:lnTo>
                    <a:pt x="133350" y="6350"/>
                  </a:lnTo>
                  <a:lnTo>
                    <a:pt x="158750" y="6350"/>
                  </a:lnTo>
                  <a:lnTo>
                    <a:pt x="158750" y="0"/>
                  </a:lnTo>
                  <a:close/>
                </a:path>
                <a:path w="336550" h="6350">
                  <a:moveTo>
                    <a:pt x="203200" y="0"/>
                  </a:moveTo>
                  <a:lnTo>
                    <a:pt x="177800" y="0"/>
                  </a:lnTo>
                  <a:lnTo>
                    <a:pt x="177800" y="6350"/>
                  </a:lnTo>
                  <a:lnTo>
                    <a:pt x="203200" y="6350"/>
                  </a:lnTo>
                  <a:lnTo>
                    <a:pt x="203200" y="0"/>
                  </a:lnTo>
                  <a:close/>
                </a:path>
                <a:path w="336550" h="6350">
                  <a:moveTo>
                    <a:pt x="247650" y="0"/>
                  </a:moveTo>
                  <a:lnTo>
                    <a:pt x="222250" y="0"/>
                  </a:lnTo>
                  <a:lnTo>
                    <a:pt x="222250" y="6350"/>
                  </a:lnTo>
                  <a:lnTo>
                    <a:pt x="247650" y="6350"/>
                  </a:lnTo>
                  <a:lnTo>
                    <a:pt x="247650" y="0"/>
                  </a:lnTo>
                  <a:close/>
                </a:path>
                <a:path w="336550" h="6350">
                  <a:moveTo>
                    <a:pt x="292100" y="0"/>
                  </a:moveTo>
                  <a:lnTo>
                    <a:pt x="266700" y="0"/>
                  </a:lnTo>
                  <a:lnTo>
                    <a:pt x="266700" y="6350"/>
                  </a:lnTo>
                  <a:lnTo>
                    <a:pt x="292100" y="6350"/>
                  </a:lnTo>
                  <a:lnTo>
                    <a:pt x="292100" y="0"/>
                  </a:lnTo>
                  <a:close/>
                </a:path>
                <a:path w="336550" h="6350">
                  <a:moveTo>
                    <a:pt x="336550" y="0"/>
                  </a:moveTo>
                  <a:lnTo>
                    <a:pt x="311150" y="0"/>
                  </a:lnTo>
                  <a:lnTo>
                    <a:pt x="311150" y="6350"/>
                  </a:lnTo>
                  <a:lnTo>
                    <a:pt x="336550" y="6350"/>
                  </a:lnTo>
                  <a:lnTo>
                    <a:pt x="336550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74439" y="2905251"/>
              <a:ext cx="76200" cy="762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9913" y="3352799"/>
              <a:ext cx="2492756" cy="20091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72234" y="4038218"/>
              <a:ext cx="75565" cy="762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910334" y="4076318"/>
              <a:ext cx="825500" cy="0"/>
            </a:xfrm>
            <a:custGeom>
              <a:avLst/>
              <a:gdLst/>
              <a:ahLst/>
              <a:cxnLst/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54884" y="4038218"/>
              <a:ext cx="91059" cy="762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862196" y="2848736"/>
            <a:ext cx="664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Tapa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terminal</a:t>
            </a:r>
            <a:endParaRPr sz="900">
              <a:latin typeface="Segoe UI Light"/>
              <a:cs typeface="Segoe UI Light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40914" y="5886564"/>
            <a:ext cx="2550667" cy="469582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5252973" y="6486550"/>
            <a:ext cx="21545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Vista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Superior</a:t>
            </a:r>
            <a:r>
              <a:rPr sz="1000" spc="2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troquelados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ducto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terminal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88995" y="3996308"/>
            <a:ext cx="776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individual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99792" y="6400291"/>
            <a:ext cx="21551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Vista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Superior</a:t>
            </a:r>
            <a:r>
              <a:rPr sz="1000" spc="2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troquelados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ducto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terminal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145785" y="1416837"/>
            <a:ext cx="969873" cy="69085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180838" y="2186533"/>
            <a:ext cx="899566" cy="65915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209794" y="2943377"/>
            <a:ext cx="841755" cy="71473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309489" y="3700907"/>
            <a:ext cx="624801" cy="6596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725" y="2839085"/>
            <a:ext cx="3377438" cy="254127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5" name="object 5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285" dirty="0">
                <a:solidFill>
                  <a:srgbClr val="232323"/>
                </a:solidFill>
              </a:rPr>
              <a:t> </a:t>
            </a:r>
            <a:r>
              <a:rPr sz="2500" dirty="0"/>
              <a:t>Plus</a:t>
            </a:r>
            <a:r>
              <a:rPr sz="2500" spc="-190" dirty="0"/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Ductos</a:t>
            </a:r>
            <a:r>
              <a:rPr sz="1300" b="0" i="1" spc="-8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cableado</a:t>
            </a:r>
            <a:r>
              <a:rPr sz="1300" b="0" i="1" spc="3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para</a:t>
            </a:r>
            <a:r>
              <a:rPr sz="1300" b="0" i="1" spc="1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pasacable</a:t>
            </a:r>
            <a:r>
              <a:rPr sz="1300" b="0" i="1" spc="5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puesto</a:t>
            </a:r>
            <a:r>
              <a:rPr sz="1300" b="0" i="1" spc="-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doble</a:t>
            </a:r>
            <a:endParaRPr sz="13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5334" y="4376420"/>
            <a:ext cx="6195060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Y</a:t>
            </a:r>
            <a:r>
              <a:rPr sz="900" spc="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RESTRICCIONES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ductos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intermedios-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terminales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rematables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90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150cm.</a:t>
            </a:r>
            <a:endParaRPr sz="900">
              <a:latin typeface="Segoe UI Light"/>
              <a:cs typeface="Segoe UI Light"/>
            </a:endParaRPr>
          </a:p>
          <a:p>
            <a:pPr marL="182880" indent="-170180">
              <a:lnSpc>
                <a:spcPct val="100000"/>
              </a:lnSpc>
              <a:buFont typeface="Arial"/>
              <a:buChar char="•"/>
              <a:tabLst>
                <a:tab pos="182880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Solo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funciona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tapa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pasacable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cableado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intermedio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Nominal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–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0,2cm.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cableado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 Largo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(Nominal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(N)/2)</a:t>
            </a:r>
            <a:r>
              <a:rPr sz="900" spc="-9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+</a:t>
            </a:r>
            <a:r>
              <a:rPr sz="900" spc="27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31,35cm.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requieran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remates,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solicitar</a:t>
            </a:r>
            <a:r>
              <a:rPr sz="900" spc="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con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código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inmediatamente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superior.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cablear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por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bajante</a:t>
            </a:r>
            <a:r>
              <a:rPr sz="900" spc="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techo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muro;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debe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reemplazar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por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intermedio.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Usar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tapa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extremos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del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puesto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sea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intermedio.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pintura.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use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perforación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superficie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debe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ser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central.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79723" y="3462909"/>
            <a:ext cx="76200" cy="810895"/>
            <a:chOff x="3379723" y="3462909"/>
            <a:chExt cx="76200" cy="81089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9723" y="4165854"/>
              <a:ext cx="76200" cy="1079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17823" y="3543554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9723" y="3462909"/>
              <a:ext cx="76200" cy="762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497071" y="3420617"/>
            <a:ext cx="739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Terminal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30451" y="2558542"/>
            <a:ext cx="78105" cy="806450"/>
            <a:chOff x="1830451" y="2558542"/>
            <a:chExt cx="78105" cy="80645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0451" y="3256661"/>
              <a:ext cx="76200" cy="1079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869376" y="2634361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7747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1975" y="2558542"/>
              <a:ext cx="76200" cy="7620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2600198" y="3032379"/>
            <a:ext cx="89535" cy="835025"/>
            <a:chOff x="2600198" y="3032379"/>
            <a:chExt cx="89535" cy="83502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00198" y="3625977"/>
              <a:ext cx="76200" cy="2413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646743" y="3092831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0"/>
                  </a:moveTo>
                  <a:lnTo>
                    <a:pt x="0" y="514096"/>
                  </a:lnTo>
                </a:path>
              </a:pathLst>
            </a:custGeom>
            <a:ln w="15366">
              <a:solidFill>
                <a:srgbClr val="7D7D7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13533" y="3032379"/>
              <a:ext cx="76200" cy="762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913635" y="2515870"/>
            <a:ext cx="162941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Segoe UI Light"/>
              <a:cs typeface="Segoe UI Light"/>
            </a:endParaRPr>
          </a:p>
          <a:p>
            <a:pPr marL="800100">
              <a:lnSpc>
                <a:spcPct val="100000"/>
              </a:lnSpc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90625" y="3139313"/>
            <a:ext cx="457834" cy="76200"/>
            <a:chOff x="890625" y="3139313"/>
            <a:chExt cx="457834" cy="76200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0625" y="3139313"/>
              <a:ext cx="75552" cy="762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28725" y="3174237"/>
              <a:ext cx="336550" cy="6350"/>
            </a:xfrm>
            <a:custGeom>
              <a:avLst/>
              <a:gdLst/>
              <a:ahLst/>
              <a:cxnLst/>
              <a:rect l="l" t="t" r="r" b="b"/>
              <a:pathLst>
                <a:path w="336550" h="6350">
                  <a:moveTo>
                    <a:pt x="38100" y="3175"/>
                  </a:moveTo>
                  <a:lnTo>
                    <a:pt x="37452" y="0"/>
                  </a:lnTo>
                  <a:lnTo>
                    <a:pt x="254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25400" y="6350"/>
                  </a:lnTo>
                  <a:lnTo>
                    <a:pt x="37452" y="6350"/>
                  </a:lnTo>
                  <a:lnTo>
                    <a:pt x="38100" y="3175"/>
                  </a:lnTo>
                  <a:close/>
                </a:path>
                <a:path w="336550" h="6350">
                  <a:moveTo>
                    <a:pt x="69850" y="0"/>
                  </a:moveTo>
                  <a:lnTo>
                    <a:pt x="44450" y="0"/>
                  </a:lnTo>
                  <a:lnTo>
                    <a:pt x="44450" y="6350"/>
                  </a:lnTo>
                  <a:lnTo>
                    <a:pt x="69850" y="6350"/>
                  </a:lnTo>
                  <a:lnTo>
                    <a:pt x="69850" y="0"/>
                  </a:lnTo>
                  <a:close/>
                </a:path>
                <a:path w="336550" h="6350">
                  <a:moveTo>
                    <a:pt x="114300" y="0"/>
                  </a:moveTo>
                  <a:lnTo>
                    <a:pt x="88900" y="0"/>
                  </a:lnTo>
                  <a:lnTo>
                    <a:pt x="88900" y="6350"/>
                  </a:lnTo>
                  <a:lnTo>
                    <a:pt x="114300" y="6350"/>
                  </a:lnTo>
                  <a:lnTo>
                    <a:pt x="114300" y="0"/>
                  </a:lnTo>
                  <a:close/>
                </a:path>
                <a:path w="336550" h="6350">
                  <a:moveTo>
                    <a:pt x="158750" y="0"/>
                  </a:moveTo>
                  <a:lnTo>
                    <a:pt x="133350" y="0"/>
                  </a:lnTo>
                  <a:lnTo>
                    <a:pt x="133350" y="6350"/>
                  </a:lnTo>
                  <a:lnTo>
                    <a:pt x="158750" y="6350"/>
                  </a:lnTo>
                  <a:lnTo>
                    <a:pt x="158750" y="0"/>
                  </a:lnTo>
                  <a:close/>
                </a:path>
                <a:path w="336550" h="6350">
                  <a:moveTo>
                    <a:pt x="203200" y="0"/>
                  </a:moveTo>
                  <a:lnTo>
                    <a:pt x="177800" y="0"/>
                  </a:lnTo>
                  <a:lnTo>
                    <a:pt x="177800" y="6350"/>
                  </a:lnTo>
                  <a:lnTo>
                    <a:pt x="203200" y="6350"/>
                  </a:lnTo>
                  <a:lnTo>
                    <a:pt x="203200" y="0"/>
                  </a:lnTo>
                  <a:close/>
                </a:path>
                <a:path w="336550" h="6350">
                  <a:moveTo>
                    <a:pt x="247650" y="0"/>
                  </a:moveTo>
                  <a:lnTo>
                    <a:pt x="222250" y="0"/>
                  </a:lnTo>
                  <a:lnTo>
                    <a:pt x="222250" y="6350"/>
                  </a:lnTo>
                  <a:lnTo>
                    <a:pt x="247650" y="6350"/>
                  </a:lnTo>
                  <a:lnTo>
                    <a:pt x="247650" y="0"/>
                  </a:lnTo>
                  <a:close/>
                </a:path>
                <a:path w="336550" h="6350">
                  <a:moveTo>
                    <a:pt x="292100" y="0"/>
                  </a:moveTo>
                  <a:lnTo>
                    <a:pt x="266700" y="0"/>
                  </a:lnTo>
                  <a:lnTo>
                    <a:pt x="266700" y="6350"/>
                  </a:lnTo>
                  <a:lnTo>
                    <a:pt x="292100" y="6350"/>
                  </a:lnTo>
                  <a:lnTo>
                    <a:pt x="292100" y="0"/>
                  </a:lnTo>
                  <a:close/>
                </a:path>
                <a:path w="336550" h="6350">
                  <a:moveTo>
                    <a:pt x="336550" y="0"/>
                  </a:moveTo>
                  <a:lnTo>
                    <a:pt x="311150" y="0"/>
                  </a:lnTo>
                  <a:lnTo>
                    <a:pt x="311150" y="6350"/>
                  </a:lnTo>
                  <a:lnTo>
                    <a:pt x="336550" y="6350"/>
                  </a:lnTo>
                  <a:lnTo>
                    <a:pt x="336550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71650" y="3139313"/>
              <a:ext cx="76200" cy="762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217424" y="3096895"/>
            <a:ext cx="664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Tapa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terminal</a:t>
            </a:r>
            <a:endParaRPr sz="900">
              <a:latin typeface="Segoe UI Light"/>
              <a:cs typeface="Segoe UI Light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088763" y="995680"/>
          <a:ext cx="6676388" cy="3188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7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77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4150">
                <a:tc gridSpan="7">
                  <a:txBody>
                    <a:bodyPr/>
                    <a:lstStyle/>
                    <a:p>
                      <a:pPr marL="3175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DUCTOS</a:t>
                      </a:r>
                      <a:r>
                        <a:rPr sz="11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DOBLES</a:t>
                      </a:r>
                      <a:r>
                        <a:rPr sz="11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PASACABLE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r>
                        <a:rPr sz="11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11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690" marR="412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CABLEADO</a:t>
                      </a:r>
                      <a:r>
                        <a:rPr sz="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INTERMEDIO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PASACABLE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2KSO365000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99.8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22000136081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119.8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22000136082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149.8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22000136083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690" marR="412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CABLEADO</a:t>
                      </a:r>
                      <a:r>
                        <a:rPr sz="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PASACABLE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2KSO366000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81.35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22000136084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91.35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22000136085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0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106.35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22000136086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64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34620" marR="11557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TAPA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PASACABLE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2KAC277000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N/A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8.3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15.5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22000136079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06746" y="2520873"/>
            <a:ext cx="880872" cy="66098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187696" y="1755698"/>
            <a:ext cx="908227" cy="58973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10632" y="3389744"/>
            <a:ext cx="566038" cy="603643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1755373" y="6242258"/>
            <a:ext cx="18161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EFEFEF"/>
                </a:solidFill>
                <a:latin typeface="Trebuchet MS"/>
                <a:cs typeface="Trebuchet MS"/>
              </a:rPr>
              <a:t>14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759" y="1376299"/>
            <a:ext cx="3313557" cy="252158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5" name="object 5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285" dirty="0">
                <a:solidFill>
                  <a:srgbClr val="232323"/>
                </a:solidFill>
              </a:rPr>
              <a:t> </a:t>
            </a:r>
            <a:r>
              <a:rPr sz="2500" spc="-35" dirty="0"/>
              <a:t>Plus</a:t>
            </a:r>
            <a:r>
              <a:rPr sz="2500" spc="-185" dirty="0"/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Ductos</a:t>
            </a:r>
            <a:r>
              <a:rPr sz="1300" b="0" i="1" spc="-8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cableado</a:t>
            </a:r>
            <a:r>
              <a:rPr sz="1300" b="0" i="1" spc="-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puesto</a:t>
            </a:r>
            <a:r>
              <a:rPr sz="1300" b="0" i="1" spc="-1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Sencillo</a:t>
            </a:r>
            <a:endParaRPr sz="13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5334" y="4618735"/>
            <a:ext cx="6195060" cy="154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Y</a:t>
            </a:r>
            <a:r>
              <a:rPr sz="900" spc="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RESTRICCIONES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ductos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intermedios-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terminales</a:t>
            </a:r>
            <a:r>
              <a:rPr sz="9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rematables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Nominal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90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9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150cm.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ductos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individuales</a:t>
            </a:r>
            <a:r>
              <a:rPr sz="900" spc="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tienen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remate.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cableado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intermedio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Nominal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–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0,2cm.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cableado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(Nominal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(N)/2)</a:t>
            </a:r>
            <a:r>
              <a:rPr sz="900" spc="-9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+</a:t>
            </a:r>
            <a:r>
              <a:rPr sz="900" spc="2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31,35cm.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requieran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remates,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solicitar</a:t>
            </a:r>
            <a:r>
              <a:rPr sz="900" spc="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con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código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inmediatamente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superior.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cablear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por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bajante</a:t>
            </a:r>
            <a:r>
              <a:rPr sz="900" spc="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techo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muro;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debe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reemplazar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por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intermedio.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Usar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tapa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extremos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del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puesto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sea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intermedio.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ts val="107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troquelados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tomas</a:t>
            </a:r>
            <a:r>
              <a:rPr sz="900" spc="2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 quedan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desplazados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hacia</a:t>
            </a:r>
            <a:r>
              <a:rPr sz="9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un</a:t>
            </a:r>
            <a:r>
              <a:rPr sz="9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lado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perforación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grommet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ts val="107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pintura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2100" y="1144269"/>
            <a:ext cx="76200" cy="810895"/>
            <a:chOff x="1562100" y="1144269"/>
            <a:chExt cx="76200" cy="81089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2100" y="1847214"/>
              <a:ext cx="76200" cy="1079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00200" y="1224914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2100" y="1144269"/>
              <a:ext cx="76200" cy="7620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2281427" y="1571244"/>
            <a:ext cx="78105" cy="806450"/>
            <a:chOff x="2281427" y="1571244"/>
            <a:chExt cx="78105" cy="80645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1427" y="2301113"/>
              <a:ext cx="76200" cy="76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20353" y="1647190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ln w="7746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83078" y="1571244"/>
              <a:ext cx="76200" cy="762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37792" y="1104391"/>
            <a:ext cx="1575435" cy="56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Terminal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900">
              <a:latin typeface="Segoe UI Light"/>
              <a:cs typeface="Segoe UI Light"/>
            </a:endParaRPr>
          </a:p>
          <a:p>
            <a:pPr marL="746760">
              <a:lnSpc>
                <a:spcPct val="100000"/>
              </a:lnSpc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84473" y="2112136"/>
            <a:ext cx="89535" cy="835025"/>
            <a:chOff x="3284473" y="2112136"/>
            <a:chExt cx="89535" cy="83502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84473" y="2839084"/>
              <a:ext cx="76200" cy="1079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329812" y="2172461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ln w="17779">
              <a:solidFill>
                <a:srgbClr val="7D7D7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97808" y="2112136"/>
              <a:ext cx="76200" cy="762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384550" y="2065782"/>
            <a:ext cx="8413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24096" y="3234689"/>
            <a:ext cx="457200" cy="76200"/>
            <a:chOff x="3824096" y="3234689"/>
            <a:chExt cx="457200" cy="76200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24096" y="3234689"/>
              <a:ext cx="75564" cy="762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862196" y="3269614"/>
              <a:ext cx="336550" cy="6350"/>
            </a:xfrm>
            <a:custGeom>
              <a:avLst/>
              <a:gdLst/>
              <a:ahLst/>
              <a:cxnLst/>
              <a:rect l="l" t="t" r="r" b="b"/>
              <a:pathLst>
                <a:path w="336550" h="6350">
                  <a:moveTo>
                    <a:pt x="38100" y="3175"/>
                  </a:moveTo>
                  <a:lnTo>
                    <a:pt x="37465" y="0"/>
                  </a:lnTo>
                  <a:lnTo>
                    <a:pt x="254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25400" y="6350"/>
                  </a:lnTo>
                  <a:lnTo>
                    <a:pt x="37465" y="6350"/>
                  </a:lnTo>
                  <a:lnTo>
                    <a:pt x="38100" y="3175"/>
                  </a:lnTo>
                  <a:close/>
                </a:path>
                <a:path w="336550" h="6350">
                  <a:moveTo>
                    <a:pt x="69850" y="0"/>
                  </a:moveTo>
                  <a:lnTo>
                    <a:pt x="44450" y="0"/>
                  </a:lnTo>
                  <a:lnTo>
                    <a:pt x="44450" y="6350"/>
                  </a:lnTo>
                  <a:lnTo>
                    <a:pt x="69850" y="6350"/>
                  </a:lnTo>
                  <a:lnTo>
                    <a:pt x="69850" y="0"/>
                  </a:lnTo>
                  <a:close/>
                </a:path>
                <a:path w="336550" h="6350">
                  <a:moveTo>
                    <a:pt x="114300" y="0"/>
                  </a:moveTo>
                  <a:lnTo>
                    <a:pt x="88900" y="0"/>
                  </a:lnTo>
                  <a:lnTo>
                    <a:pt x="88900" y="6350"/>
                  </a:lnTo>
                  <a:lnTo>
                    <a:pt x="114300" y="6350"/>
                  </a:lnTo>
                  <a:lnTo>
                    <a:pt x="114300" y="0"/>
                  </a:lnTo>
                  <a:close/>
                </a:path>
                <a:path w="336550" h="6350">
                  <a:moveTo>
                    <a:pt x="158750" y="0"/>
                  </a:moveTo>
                  <a:lnTo>
                    <a:pt x="133350" y="0"/>
                  </a:lnTo>
                  <a:lnTo>
                    <a:pt x="133350" y="6350"/>
                  </a:lnTo>
                  <a:lnTo>
                    <a:pt x="158750" y="6350"/>
                  </a:lnTo>
                  <a:lnTo>
                    <a:pt x="158750" y="0"/>
                  </a:lnTo>
                  <a:close/>
                </a:path>
                <a:path w="336550" h="6350">
                  <a:moveTo>
                    <a:pt x="203200" y="0"/>
                  </a:moveTo>
                  <a:lnTo>
                    <a:pt x="177800" y="0"/>
                  </a:lnTo>
                  <a:lnTo>
                    <a:pt x="177800" y="6350"/>
                  </a:lnTo>
                  <a:lnTo>
                    <a:pt x="203200" y="6350"/>
                  </a:lnTo>
                  <a:lnTo>
                    <a:pt x="203200" y="0"/>
                  </a:lnTo>
                  <a:close/>
                </a:path>
                <a:path w="336550" h="6350">
                  <a:moveTo>
                    <a:pt x="247650" y="0"/>
                  </a:moveTo>
                  <a:lnTo>
                    <a:pt x="222250" y="0"/>
                  </a:lnTo>
                  <a:lnTo>
                    <a:pt x="222250" y="6350"/>
                  </a:lnTo>
                  <a:lnTo>
                    <a:pt x="247650" y="6350"/>
                  </a:lnTo>
                  <a:lnTo>
                    <a:pt x="247650" y="0"/>
                  </a:lnTo>
                  <a:close/>
                </a:path>
                <a:path w="336550" h="6350">
                  <a:moveTo>
                    <a:pt x="292100" y="0"/>
                  </a:moveTo>
                  <a:lnTo>
                    <a:pt x="266700" y="0"/>
                  </a:lnTo>
                  <a:lnTo>
                    <a:pt x="266700" y="6350"/>
                  </a:lnTo>
                  <a:lnTo>
                    <a:pt x="292100" y="6350"/>
                  </a:lnTo>
                  <a:lnTo>
                    <a:pt x="292100" y="0"/>
                  </a:lnTo>
                  <a:close/>
                </a:path>
                <a:path w="336550" h="6350">
                  <a:moveTo>
                    <a:pt x="336550" y="0"/>
                  </a:moveTo>
                  <a:lnTo>
                    <a:pt x="311150" y="0"/>
                  </a:lnTo>
                  <a:lnTo>
                    <a:pt x="311150" y="6350"/>
                  </a:lnTo>
                  <a:lnTo>
                    <a:pt x="336550" y="6350"/>
                  </a:lnTo>
                  <a:lnTo>
                    <a:pt x="336550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5096" y="3234689"/>
              <a:ext cx="76200" cy="762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267327" y="3176778"/>
            <a:ext cx="664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Tapa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terminal</a:t>
            </a:r>
            <a:endParaRPr sz="900">
              <a:latin typeface="Segoe UI Light"/>
              <a:cs typeface="Segoe UI Ligh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20848" y="5892723"/>
            <a:ext cx="2550668" cy="469582"/>
          </a:xfrm>
          <a:prstGeom prst="rect">
            <a:avLst/>
          </a:prstGeom>
        </p:spPr>
      </p:pic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5078603" y="917321"/>
          <a:ext cx="6794499" cy="3572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4150">
                <a:tc gridSpan="7">
                  <a:txBody>
                    <a:bodyPr/>
                    <a:lstStyle/>
                    <a:p>
                      <a:pPr marL="2540" algn="ctr">
                        <a:lnSpc>
                          <a:spcPts val="1275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DUCTOS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DOBLES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r>
                        <a:rPr sz="11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22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080" algn="ctr">
                        <a:lnSpc>
                          <a:spcPts val="1310"/>
                        </a:lnSpc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15265" marR="170180" indent="-58419">
                        <a:lnSpc>
                          <a:spcPct val="100000"/>
                        </a:lnSpc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CABLEADO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INTERMEDIO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2KSO332000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99.8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22000132411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119.8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22000132412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149.8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73050" marR="170180" indent="-116205">
                        <a:lnSpc>
                          <a:spcPct val="100000"/>
                        </a:lnSpc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CABLEADO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2KSO348000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81.35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91.35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22000132401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106.35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22000132402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41300" marR="170180" indent="-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CABLEADO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INDIVIDUAL</a:t>
                      </a:r>
                      <a:r>
                        <a:rPr sz="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2KSO346000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N/A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69.4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10.4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22000132403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30860" marR="49530" indent="-495300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TAPA</a:t>
                      </a:r>
                      <a:r>
                        <a:rPr sz="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SENCILLA</a:t>
                      </a:r>
                      <a:r>
                        <a:rPr sz="9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2KAC269000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N/A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3.28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10.15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22000132407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1" name="object 31"/>
          <p:cNvGrpSpPr/>
          <p:nvPr/>
        </p:nvGrpSpPr>
        <p:grpSpPr>
          <a:xfrm>
            <a:off x="321881" y="3196082"/>
            <a:ext cx="2307590" cy="2011680"/>
            <a:chOff x="321881" y="3196082"/>
            <a:chExt cx="2307590" cy="2011680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1881" y="3196082"/>
              <a:ext cx="1969516" cy="201142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72233" y="4079113"/>
              <a:ext cx="75565" cy="762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910333" y="4117213"/>
              <a:ext cx="603250" cy="0"/>
            </a:xfrm>
            <a:custGeom>
              <a:avLst/>
              <a:gdLst/>
              <a:ahLst/>
              <a:cxnLst/>
              <a:rect l="l" t="t" r="r" b="b"/>
              <a:pathLst>
                <a:path w="603250">
                  <a:moveTo>
                    <a:pt x="0" y="0"/>
                  </a:moveTo>
                  <a:lnTo>
                    <a:pt x="603250" y="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32633" y="4079113"/>
              <a:ext cx="96266" cy="762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2638170" y="4037203"/>
            <a:ext cx="776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individual</a:t>
            </a:r>
            <a:endParaRPr sz="900">
              <a:latin typeface="Segoe UI Light"/>
              <a:cs typeface="Segoe UI Ligh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148071" y="1503654"/>
            <a:ext cx="913638" cy="68226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148071" y="2255977"/>
            <a:ext cx="913638" cy="69905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201030" y="2981490"/>
            <a:ext cx="807732" cy="695286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347589" y="3761994"/>
            <a:ext cx="514603" cy="72097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11755373" y="6242258"/>
            <a:ext cx="18161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EFEFEF"/>
                </a:solidFill>
                <a:latin typeface="Trebuchet MS"/>
                <a:cs typeface="Trebuchet MS"/>
              </a:rPr>
              <a:t>15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99792" y="6428562"/>
            <a:ext cx="21551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latin typeface="Calibri"/>
                <a:cs typeface="Calibri"/>
              </a:rPr>
              <a:t>Vista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Superior</a:t>
            </a:r>
            <a:r>
              <a:rPr sz="1000" spc="2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troquelados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ducto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terminal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6156" y="1908301"/>
            <a:ext cx="3504565" cy="2888615"/>
            <a:chOff x="436156" y="1908301"/>
            <a:chExt cx="3504565" cy="2888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156" y="2282189"/>
              <a:ext cx="3504184" cy="25143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263" y="2611246"/>
              <a:ext cx="76200" cy="1079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30363" y="1988946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263" y="1908301"/>
              <a:ext cx="76200" cy="762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285" dirty="0">
                <a:solidFill>
                  <a:srgbClr val="232323"/>
                </a:solidFill>
              </a:rPr>
              <a:t> </a:t>
            </a:r>
            <a:r>
              <a:rPr sz="2500" dirty="0"/>
              <a:t>Plus</a:t>
            </a:r>
            <a:r>
              <a:rPr sz="2500" spc="-190" dirty="0"/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Ductos</a:t>
            </a:r>
            <a:r>
              <a:rPr sz="1300" b="0" i="1" spc="-8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cableado</a:t>
            </a:r>
            <a:r>
              <a:rPr sz="1300" b="0" i="1" spc="3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para</a:t>
            </a:r>
            <a:r>
              <a:rPr sz="1300" b="0" i="1" spc="1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pasacable</a:t>
            </a:r>
            <a:r>
              <a:rPr sz="1300" b="0" i="1" spc="5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puesto</a:t>
            </a:r>
            <a:r>
              <a:rPr sz="1300" b="0" i="1" spc="-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sencillo</a:t>
            </a:r>
            <a:endParaRPr sz="13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5334" y="4618735"/>
            <a:ext cx="6195060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Y</a:t>
            </a:r>
            <a:r>
              <a:rPr sz="900" spc="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RESTRICCIONES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ductos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intermedios-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terminales</a:t>
            </a:r>
            <a:r>
              <a:rPr sz="9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rematables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Nominal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90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9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150cm.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Solo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funciona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tapa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pasacable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cableado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intermedio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Nominal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–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0,2cm.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cableado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(Nominal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(N)/2)</a:t>
            </a:r>
            <a:r>
              <a:rPr sz="900" spc="-9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+</a:t>
            </a:r>
            <a:r>
              <a:rPr sz="900" spc="2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31,35cm.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requieran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remates,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solicitar</a:t>
            </a:r>
            <a:r>
              <a:rPr sz="900" spc="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con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código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inmediatamente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superior.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cablear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por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bajante</a:t>
            </a:r>
            <a:r>
              <a:rPr sz="900" spc="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techo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muro;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debe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reemplazar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por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intermedio.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Usar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tapa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extremos</a:t>
            </a:r>
            <a:r>
              <a:rPr sz="9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del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puesto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sea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intermedio.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pintura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use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terminal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perforación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superficie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debe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ser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central.</a:t>
            </a:r>
            <a:endParaRPr sz="900">
              <a:latin typeface="Segoe UI Light"/>
              <a:cs typeface="Segoe UI Ligh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078603" y="1338199"/>
          <a:ext cx="6729093" cy="306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4150">
                <a:tc gridSpan="7">
                  <a:txBody>
                    <a:bodyPr/>
                    <a:lstStyle/>
                    <a:p>
                      <a:pPr marL="3810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DUCTOS</a:t>
                      </a:r>
                      <a:r>
                        <a:rPr sz="11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SENCILLOS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PASACABLE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r>
                        <a:rPr sz="11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73660" marR="5588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CABLEADO</a:t>
                      </a:r>
                      <a:r>
                        <a:rPr sz="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INTERMEDIO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PASACABLE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2KSO367000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99.8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22000136087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119.8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22000136088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149.8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22000136089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35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73660" marR="5588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CABLEADO</a:t>
                      </a:r>
                      <a:r>
                        <a:rPr sz="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PASACABLE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2KSO368000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81.35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22000136090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91.35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22000136091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106.35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22000136092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04470" marR="18732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TAPA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SENCILLA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PASACABLE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2KAC278000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N/A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8.3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8.7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22000136080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268730" y="1865503"/>
            <a:ext cx="739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Terminal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00223" y="2508885"/>
            <a:ext cx="78105" cy="806450"/>
            <a:chOff x="2300223" y="2508885"/>
            <a:chExt cx="78105" cy="80645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00223" y="3207004"/>
              <a:ext cx="76200" cy="1079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39085" y="2584704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7619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1747" y="2508885"/>
              <a:ext cx="76200" cy="762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397379" y="2466213"/>
            <a:ext cx="8413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11957" y="3011551"/>
            <a:ext cx="89535" cy="835025"/>
            <a:chOff x="3211957" y="3011551"/>
            <a:chExt cx="89535" cy="835025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11957" y="3738626"/>
              <a:ext cx="76200" cy="10782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257296" y="3071876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ln w="17780">
              <a:solidFill>
                <a:srgbClr val="7D7D7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25292" y="3011551"/>
              <a:ext cx="76199" cy="762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309365" y="2952115"/>
            <a:ext cx="8413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Ducto</a:t>
            </a:r>
            <a:r>
              <a:rPr sz="900" spc="-2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intermedio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64077" y="4096130"/>
            <a:ext cx="457200" cy="76200"/>
            <a:chOff x="3664077" y="4096130"/>
            <a:chExt cx="457200" cy="76200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64077" y="4096130"/>
              <a:ext cx="75564" cy="762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702177" y="4131055"/>
              <a:ext cx="336550" cy="6350"/>
            </a:xfrm>
            <a:custGeom>
              <a:avLst/>
              <a:gdLst/>
              <a:ahLst/>
              <a:cxnLst/>
              <a:rect l="l" t="t" r="r" b="b"/>
              <a:pathLst>
                <a:path w="336550" h="6350">
                  <a:moveTo>
                    <a:pt x="38100" y="3175"/>
                  </a:moveTo>
                  <a:lnTo>
                    <a:pt x="37465" y="0"/>
                  </a:lnTo>
                  <a:lnTo>
                    <a:pt x="254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25400" y="6350"/>
                  </a:lnTo>
                  <a:lnTo>
                    <a:pt x="37465" y="6350"/>
                  </a:lnTo>
                  <a:lnTo>
                    <a:pt x="38100" y="3175"/>
                  </a:lnTo>
                  <a:close/>
                </a:path>
                <a:path w="336550" h="6350">
                  <a:moveTo>
                    <a:pt x="69850" y="0"/>
                  </a:moveTo>
                  <a:lnTo>
                    <a:pt x="44450" y="0"/>
                  </a:lnTo>
                  <a:lnTo>
                    <a:pt x="44450" y="6350"/>
                  </a:lnTo>
                  <a:lnTo>
                    <a:pt x="69850" y="6350"/>
                  </a:lnTo>
                  <a:lnTo>
                    <a:pt x="69850" y="0"/>
                  </a:lnTo>
                  <a:close/>
                </a:path>
                <a:path w="336550" h="6350">
                  <a:moveTo>
                    <a:pt x="114300" y="0"/>
                  </a:moveTo>
                  <a:lnTo>
                    <a:pt x="88900" y="0"/>
                  </a:lnTo>
                  <a:lnTo>
                    <a:pt x="88900" y="6350"/>
                  </a:lnTo>
                  <a:lnTo>
                    <a:pt x="114300" y="6350"/>
                  </a:lnTo>
                  <a:lnTo>
                    <a:pt x="114300" y="0"/>
                  </a:lnTo>
                  <a:close/>
                </a:path>
                <a:path w="336550" h="6350">
                  <a:moveTo>
                    <a:pt x="158750" y="0"/>
                  </a:moveTo>
                  <a:lnTo>
                    <a:pt x="133350" y="0"/>
                  </a:lnTo>
                  <a:lnTo>
                    <a:pt x="133350" y="6350"/>
                  </a:lnTo>
                  <a:lnTo>
                    <a:pt x="158750" y="6350"/>
                  </a:lnTo>
                  <a:lnTo>
                    <a:pt x="158750" y="0"/>
                  </a:lnTo>
                  <a:close/>
                </a:path>
                <a:path w="336550" h="6350">
                  <a:moveTo>
                    <a:pt x="203200" y="0"/>
                  </a:moveTo>
                  <a:lnTo>
                    <a:pt x="177800" y="0"/>
                  </a:lnTo>
                  <a:lnTo>
                    <a:pt x="177800" y="6350"/>
                  </a:lnTo>
                  <a:lnTo>
                    <a:pt x="203200" y="6350"/>
                  </a:lnTo>
                  <a:lnTo>
                    <a:pt x="203200" y="0"/>
                  </a:lnTo>
                  <a:close/>
                </a:path>
                <a:path w="336550" h="6350">
                  <a:moveTo>
                    <a:pt x="247650" y="0"/>
                  </a:moveTo>
                  <a:lnTo>
                    <a:pt x="222250" y="0"/>
                  </a:lnTo>
                  <a:lnTo>
                    <a:pt x="222250" y="6350"/>
                  </a:lnTo>
                  <a:lnTo>
                    <a:pt x="247650" y="6350"/>
                  </a:lnTo>
                  <a:lnTo>
                    <a:pt x="247650" y="0"/>
                  </a:lnTo>
                  <a:close/>
                </a:path>
                <a:path w="336550" h="6350">
                  <a:moveTo>
                    <a:pt x="292100" y="0"/>
                  </a:moveTo>
                  <a:lnTo>
                    <a:pt x="266700" y="0"/>
                  </a:lnTo>
                  <a:lnTo>
                    <a:pt x="266700" y="6350"/>
                  </a:lnTo>
                  <a:lnTo>
                    <a:pt x="292100" y="6350"/>
                  </a:lnTo>
                  <a:lnTo>
                    <a:pt x="292100" y="0"/>
                  </a:lnTo>
                  <a:close/>
                </a:path>
                <a:path w="336550" h="6350">
                  <a:moveTo>
                    <a:pt x="336550" y="0"/>
                  </a:moveTo>
                  <a:lnTo>
                    <a:pt x="311150" y="0"/>
                  </a:lnTo>
                  <a:lnTo>
                    <a:pt x="311150" y="6350"/>
                  </a:lnTo>
                  <a:lnTo>
                    <a:pt x="336550" y="6350"/>
                  </a:lnTo>
                  <a:lnTo>
                    <a:pt x="336550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45077" y="4096130"/>
              <a:ext cx="76200" cy="762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139946" y="4054220"/>
            <a:ext cx="664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Tapa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terminal</a:t>
            </a:r>
            <a:endParaRPr sz="900">
              <a:latin typeface="Segoe UI Light"/>
              <a:cs typeface="Segoe UI Ligh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47309" y="2045512"/>
            <a:ext cx="989215" cy="66022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25796" y="2922282"/>
            <a:ext cx="841616" cy="58482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73370" y="3696893"/>
            <a:ext cx="512292" cy="686892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1497056" y="6164579"/>
            <a:ext cx="695325" cy="36449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8064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635"/>
              </a:spcBef>
            </a:pPr>
            <a:r>
              <a:rPr sz="1200" spc="-25" dirty="0">
                <a:solidFill>
                  <a:srgbClr val="EFEFEF"/>
                </a:solidFill>
                <a:latin typeface="Trebuchet MS"/>
                <a:cs typeface="Trebuchet MS"/>
              </a:rPr>
              <a:t>16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31" name="object 31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606283" y="6164579"/>
            <a:ext cx="3825240" cy="36576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154430">
              <a:lnSpc>
                <a:spcPct val="100000"/>
              </a:lnSpc>
              <a:spcBef>
                <a:spcPts val="83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3" name="object 3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285" dirty="0">
                <a:solidFill>
                  <a:srgbClr val="232323"/>
                </a:solidFill>
              </a:rPr>
              <a:t> </a:t>
            </a:r>
            <a:r>
              <a:rPr sz="2500" spc="-35" dirty="0"/>
              <a:t>Plus</a:t>
            </a:r>
            <a:r>
              <a:rPr sz="2500" spc="-185" dirty="0"/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Ductos</a:t>
            </a:r>
            <a:r>
              <a:rPr sz="1300" b="0" i="1" spc="-8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bajante</a:t>
            </a:r>
            <a:r>
              <a:rPr sz="1300" b="0" i="1" spc="-6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puesto</a:t>
            </a:r>
            <a:r>
              <a:rPr sz="1300" b="0" i="1" spc="-1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doble</a:t>
            </a:r>
            <a:r>
              <a:rPr sz="13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y</a:t>
            </a:r>
            <a:r>
              <a:rPr sz="1300" b="0" i="1" spc="-5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sencillo</a:t>
            </a:r>
            <a:endParaRPr sz="1300">
              <a:latin typeface="Segoe UI Light"/>
              <a:cs typeface="Segoe U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8214" y="5074666"/>
            <a:ext cx="1863725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CONDICIONES</a:t>
            </a:r>
            <a:r>
              <a:rPr sz="900" b="1" spc="-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Y</a:t>
            </a:r>
            <a:r>
              <a:rPr sz="900" b="1" spc="-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RESTRICCIONES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>
              <a:latin typeface="Trebuchet MS"/>
              <a:cs typeface="Trebuchet MS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Estos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elementos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</a:t>
            </a:r>
            <a:r>
              <a:rPr sz="900" spc="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9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rematables.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pintura.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97056" y="6164579"/>
            <a:ext cx="695325" cy="36449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8001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630"/>
              </a:spcBef>
            </a:pPr>
            <a:r>
              <a:rPr sz="1200" spc="-25" dirty="0">
                <a:solidFill>
                  <a:srgbClr val="EFEFEF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06283" y="6164579"/>
            <a:ext cx="3825240" cy="36576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154430">
              <a:lnSpc>
                <a:spcPct val="100000"/>
              </a:lnSpc>
              <a:spcBef>
                <a:spcPts val="83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09394" y="987297"/>
            <a:ext cx="2124075" cy="2701290"/>
            <a:chOff x="1509394" y="987297"/>
            <a:chExt cx="2124075" cy="270129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9394" y="987297"/>
              <a:ext cx="2124075" cy="27012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3051" y="1409699"/>
              <a:ext cx="75565" cy="76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9002" y="1409699"/>
              <a:ext cx="91186" cy="762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838451" y="1308607"/>
            <a:ext cx="131064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582930" algn="l"/>
              </a:tabLst>
            </a:pPr>
            <a:r>
              <a:rPr sz="800" u="dash" dirty="0">
                <a:solidFill>
                  <a:srgbClr val="4D4D4D"/>
                </a:solidFill>
                <a:uFill>
                  <a:solidFill>
                    <a:srgbClr val="7D7D7D"/>
                  </a:solidFill>
                </a:uFill>
                <a:latin typeface="Segoe UI Light"/>
                <a:cs typeface="Segoe UI Light"/>
              </a:rPr>
              <a:t>	</a:t>
            </a:r>
            <a:r>
              <a:rPr sz="800" spc="50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8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bajante</a:t>
            </a:r>
            <a:endParaRPr sz="800">
              <a:latin typeface="Segoe UI Light"/>
              <a:cs typeface="Segoe UI Light"/>
            </a:endParaRPr>
          </a:p>
          <a:p>
            <a:pPr marR="8255" algn="r">
              <a:lnSpc>
                <a:spcPct val="100000"/>
              </a:lnSpc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doble</a:t>
            </a:r>
            <a:r>
              <a:rPr sz="8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a</a:t>
            </a:r>
            <a:r>
              <a:rPr sz="8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techo</a:t>
            </a:r>
            <a:endParaRPr sz="800">
              <a:latin typeface="Segoe UI Light"/>
              <a:cs typeface="Segoe UI Light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261864" y="1365250"/>
          <a:ext cx="6362064" cy="341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3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4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marL="4445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DUCTOS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BAJANTES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294640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r>
                        <a:rPr sz="11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PROFUNDIDAD(cm)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BAJANTE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9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PISO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8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2KSO325000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12.2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16.9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22000132828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 marR="1593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BAJANTE</a:t>
                      </a:r>
                      <a:r>
                        <a:rPr sz="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9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PISO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2KSO333000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12.2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8.2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22000132406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 marR="28892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BAJANTE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9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TECHO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2KSO327000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262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8.1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22000132907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 marR="15938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BAJANTE</a:t>
                      </a:r>
                      <a:r>
                        <a:rPr sz="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9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TECHO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2KSO334000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262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8.1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22000132908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1226464" y="3746715"/>
            <a:ext cx="2395855" cy="2822575"/>
            <a:chOff x="1226464" y="3746715"/>
            <a:chExt cx="2395855" cy="282257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6464" y="3746715"/>
              <a:ext cx="2395601" cy="282206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3311" y="4232655"/>
              <a:ext cx="76200" cy="762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981200" y="5879503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0"/>
                  </a:moveTo>
                  <a:lnTo>
                    <a:pt x="0" y="29210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43100" y="6177953"/>
              <a:ext cx="76200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3100" y="5761951"/>
              <a:ext cx="76200" cy="985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9261" y="4232655"/>
              <a:ext cx="91186" cy="762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423161" y="4132326"/>
            <a:ext cx="13487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5720" algn="r">
              <a:lnSpc>
                <a:spcPct val="100000"/>
              </a:lnSpc>
              <a:spcBef>
                <a:spcPts val="100"/>
              </a:spcBef>
              <a:tabLst>
                <a:tab pos="538480" algn="l"/>
                <a:tab pos="696595" algn="l"/>
              </a:tabLst>
            </a:pPr>
            <a:r>
              <a:rPr sz="800" u="dash" dirty="0">
                <a:solidFill>
                  <a:srgbClr val="4D4D4D"/>
                </a:solidFill>
                <a:uFill>
                  <a:solidFill>
                    <a:srgbClr val="7D7D7D"/>
                  </a:solidFill>
                </a:uFill>
                <a:latin typeface="Segoe UI Light"/>
                <a:cs typeface="Segoe UI Light"/>
              </a:rPr>
              <a:t>	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	Ducto</a:t>
            </a:r>
            <a:r>
              <a:rPr sz="8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bajante</a:t>
            </a:r>
            <a:endParaRPr sz="800">
              <a:latin typeface="Segoe UI Light"/>
              <a:cs typeface="Segoe UI Light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sencillo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a</a:t>
            </a:r>
            <a:r>
              <a:rPr sz="800" spc="-10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techo</a:t>
            </a:r>
            <a:endParaRPr sz="800">
              <a:latin typeface="Segoe UI Light"/>
              <a:cs typeface="Segoe UI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34920" y="3499230"/>
            <a:ext cx="61087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8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bajante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doble</a:t>
            </a:r>
            <a:r>
              <a:rPr sz="8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a</a:t>
            </a:r>
            <a:r>
              <a:rPr sz="8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piso</a:t>
            </a:r>
            <a:endParaRPr sz="800">
              <a:latin typeface="Segoe UI Light"/>
              <a:cs typeface="Segoe UI Ligh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47900" y="2980182"/>
            <a:ext cx="76200" cy="492759"/>
            <a:chOff x="2247900" y="2980182"/>
            <a:chExt cx="76200" cy="492759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47900" y="3364484"/>
              <a:ext cx="76200" cy="10795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282825" y="3053333"/>
              <a:ext cx="6350" cy="292100"/>
            </a:xfrm>
            <a:custGeom>
              <a:avLst/>
              <a:gdLst/>
              <a:ahLst/>
              <a:cxnLst/>
              <a:rect l="l" t="t" r="r" b="b"/>
              <a:pathLst>
                <a:path w="6350" h="292100">
                  <a:moveTo>
                    <a:pt x="6350" y="266700"/>
                  </a:moveTo>
                  <a:lnTo>
                    <a:pt x="0" y="266700"/>
                  </a:lnTo>
                  <a:lnTo>
                    <a:pt x="0" y="292100"/>
                  </a:lnTo>
                  <a:lnTo>
                    <a:pt x="6350" y="292100"/>
                  </a:lnTo>
                  <a:lnTo>
                    <a:pt x="6350" y="266700"/>
                  </a:lnTo>
                  <a:close/>
                </a:path>
                <a:path w="6350" h="292100">
                  <a:moveTo>
                    <a:pt x="6350" y="222250"/>
                  </a:moveTo>
                  <a:lnTo>
                    <a:pt x="0" y="222250"/>
                  </a:lnTo>
                  <a:lnTo>
                    <a:pt x="0" y="247650"/>
                  </a:lnTo>
                  <a:lnTo>
                    <a:pt x="6350" y="247650"/>
                  </a:lnTo>
                  <a:lnTo>
                    <a:pt x="6350" y="222250"/>
                  </a:lnTo>
                  <a:close/>
                </a:path>
                <a:path w="6350" h="292100">
                  <a:moveTo>
                    <a:pt x="6350" y="177800"/>
                  </a:moveTo>
                  <a:lnTo>
                    <a:pt x="0" y="177800"/>
                  </a:lnTo>
                  <a:lnTo>
                    <a:pt x="0" y="203200"/>
                  </a:lnTo>
                  <a:lnTo>
                    <a:pt x="6350" y="203200"/>
                  </a:lnTo>
                  <a:lnTo>
                    <a:pt x="6350" y="177800"/>
                  </a:lnTo>
                  <a:close/>
                </a:path>
                <a:path w="6350" h="292100">
                  <a:moveTo>
                    <a:pt x="6350" y="133350"/>
                  </a:moveTo>
                  <a:lnTo>
                    <a:pt x="0" y="133350"/>
                  </a:lnTo>
                  <a:lnTo>
                    <a:pt x="0" y="158750"/>
                  </a:lnTo>
                  <a:lnTo>
                    <a:pt x="6350" y="158750"/>
                  </a:lnTo>
                  <a:lnTo>
                    <a:pt x="6350" y="133350"/>
                  </a:lnTo>
                  <a:close/>
                </a:path>
                <a:path w="6350" h="292100">
                  <a:moveTo>
                    <a:pt x="6350" y="88900"/>
                  </a:moveTo>
                  <a:lnTo>
                    <a:pt x="0" y="88900"/>
                  </a:lnTo>
                  <a:lnTo>
                    <a:pt x="0" y="114300"/>
                  </a:lnTo>
                  <a:lnTo>
                    <a:pt x="6350" y="114300"/>
                  </a:lnTo>
                  <a:lnTo>
                    <a:pt x="6350" y="88900"/>
                  </a:lnTo>
                  <a:close/>
                </a:path>
                <a:path w="6350" h="292100">
                  <a:moveTo>
                    <a:pt x="6350" y="44450"/>
                  </a:moveTo>
                  <a:lnTo>
                    <a:pt x="0" y="44450"/>
                  </a:lnTo>
                  <a:lnTo>
                    <a:pt x="0" y="69850"/>
                  </a:lnTo>
                  <a:lnTo>
                    <a:pt x="6350" y="69850"/>
                  </a:lnTo>
                  <a:lnTo>
                    <a:pt x="6350" y="44450"/>
                  </a:lnTo>
                  <a:close/>
                </a:path>
                <a:path w="6350" h="292100">
                  <a:moveTo>
                    <a:pt x="6350" y="0"/>
                  </a:moveTo>
                  <a:lnTo>
                    <a:pt x="0" y="0"/>
                  </a:lnTo>
                  <a:lnTo>
                    <a:pt x="0" y="2413"/>
                  </a:lnTo>
                  <a:lnTo>
                    <a:pt x="0" y="25400"/>
                  </a:lnTo>
                  <a:lnTo>
                    <a:pt x="6350" y="25400"/>
                  </a:lnTo>
                  <a:lnTo>
                    <a:pt x="6350" y="3048"/>
                  </a:lnTo>
                  <a:lnTo>
                    <a:pt x="3175" y="3048"/>
                  </a:lnTo>
                  <a:lnTo>
                    <a:pt x="6350" y="2413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47900" y="2980182"/>
              <a:ext cx="76200" cy="762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753616" y="6286601"/>
            <a:ext cx="610870" cy="270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bajante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sencillo</a:t>
            </a:r>
            <a:r>
              <a:rPr sz="8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a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piso</a:t>
            </a:r>
            <a:endParaRPr sz="800">
              <a:latin typeface="Segoe UI Light"/>
              <a:cs typeface="Segoe UI Ligh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92953" y="1752638"/>
            <a:ext cx="296735" cy="724496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622035" y="2526957"/>
            <a:ext cx="256476" cy="70722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673852" y="3310458"/>
            <a:ext cx="148653" cy="69829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684646" y="4078808"/>
            <a:ext cx="122198" cy="6982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739" y="3637013"/>
            <a:ext cx="2593848" cy="20500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3967" y="1344041"/>
            <a:ext cx="2761996" cy="21001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6" name="object 6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285" dirty="0">
                <a:solidFill>
                  <a:srgbClr val="232323"/>
                </a:solidFill>
              </a:rPr>
              <a:t> </a:t>
            </a:r>
            <a:r>
              <a:rPr sz="2500" spc="-25" dirty="0"/>
              <a:t>Plus</a:t>
            </a:r>
            <a:r>
              <a:rPr sz="2500" spc="-165" dirty="0"/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Ductos</a:t>
            </a:r>
            <a:r>
              <a:rPr sz="1300" b="0" i="1" spc="-9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bajante</a:t>
            </a:r>
            <a:r>
              <a:rPr sz="1300" b="0" i="1" spc="-3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para</a:t>
            </a:r>
            <a:r>
              <a:rPr sz="1300" b="0" i="1" spc="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pasacable</a:t>
            </a:r>
            <a:r>
              <a:rPr sz="1300" b="0" i="1" spc="5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puessto</a:t>
            </a:r>
            <a:r>
              <a:rPr sz="13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doble</a:t>
            </a:r>
            <a:r>
              <a:rPr sz="13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dirty="0">
                <a:solidFill>
                  <a:srgbClr val="494646"/>
                </a:solidFill>
                <a:latin typeface="Segoe UI Light"/>
                <a:cs typeface="Segoe UI Light"/>
              </a:rPr>
              <a:t>y</a:t>
            </a:r>
            <a:r>
              <a:rPr sz="1300" b="0" i="1" spc="-5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sencillo</a:t>
            </a:r>
            <a:endParaRPr sz="130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68214" y="5074666"/>
            <a:ext cx="16662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CONDICIONES</a:t>
            </a:r>
            <a:r>
              <a:rPr sz="900" b="1" spc="-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Y</a:t>
            </a:r>
            <a:r>
              <a:rPr sz="900" b="1" spc="-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RESTRICCIONES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8214" y="5361813"/>
            <a:ext cx="1863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Estos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elementos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</a:t>
            </a:r>
            <a:r>
              <a:rPr sz="9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rematables.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pintura.</a:t>
            </a:r>
            <a:endParaRPr sz="900">
              <a:latin typeface="Segoe UI Light"/>
              <a:cs typeface="Segoe UI Ligh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247640" y="2048764"/>
          <a:ext cx="6362064" cy="1892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3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4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marL="5080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DUCTOS</a:t>
                      </a:r>
                      <a:r>
                        <a:rPr sz="11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BAJANTES</a:t>
                      </a:r>
                      <a:r>
                        <a:rPr sz="11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PASACABLE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294640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r>
                        <a:rPr sz="11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PROFUNDIDAD(cm)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BAJANTE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PISO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PASACABLE</a:t>
                      </a:r>
                      <a:r>
                        <a:rPr sz="9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2KSO369000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57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12.2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11.6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22000136093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 marR="110489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BAJANTE</a:t>
                      </a:r>
                      <a:r>
                        <a:rPr sz="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9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PISO</a:t>
                      </a:r>
                      <a:r>
                        <a:rPr sz="9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PASACABLE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2KSO370000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57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12.2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7.8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22000136094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2409063" y="5040884"/>
            <a:ext cx="76200" cy="492759"/>
            <a:chOff x="2409063" y="5040884"/>
            <a:chExt cx="76200" cy="492759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9063" y="5425186"/>
              <a:ext cx="76200" cy="1079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43988" y="5114036"/>
              <a:ext cx="6350" cy="292100"/>
            </a:xfrm>
            <a:custGeom>
              <a:avLst/>
              <a:gdLst/>
              <a:ahLst/>
              <a:cxnLst/>
              <a:rect l="l" t="t" r="r" b="b"/>
              <a:pathLst>
                <a:path w="6350" h="292100">
                  <a:moveTo>
                    <a:pt x="6350" y="266700"/>
                  </a:moveTo>
                  <a:lnTo>
                    <a:pt x="0" y="266700"/>
                  </a:lnTo>
                  <a:lnTo>
                    <a:pt x="0" y="292100"/>
                  </a:lnTo>
                  <a:lnTo>
                    <a:pt x="6350" y="292100"/>
                  </a:lnTo>
                  <a:lnTo>
                    <a:pt x="6350" y="266700"/>
                  </a:lnTo>
                  <a:close/>
                </a:path>
                <a:path w="6350" h="292100">
                  <a:moveTo>
                    <a:pt x="6350" y="222250"/>
                  </a:moveTo>
                  <a:lnTo>
                    <a:pt x="0" y="222250"/>
                  </a:lnTo>
                  <a:lnTo>
                    <a:pt x="0" y="247650"/>
                  </a:lnTo>
                  <a:lnTo>
                    <a:pt x="6350" y="247650"/>
                  </a:lnTo>
                  <a:lnTo>
                    <a:pt x="6350" y="222250"/>
                  </a:lnTo>
                  <a:close/>
                </a:path>
                <a:path w="6350" h="292100">
                  <a:moveTo>
                    <a:pt x="6350" y="177800"/>
                  </a:moveTo>
                  <a:lnTo>
                    <a:pt x="0" y="177800"/>
                  </a:lnTo>
                  <a:lnTo>
                    <a:pt x="0" y="203200"/>
                  </a:lnTo>
                  <a:lnTo>
                    <a:pt x="6350" y="203200"/>
                  </a:lnTo>
                  <a:lnTo>
                    <a:pt x="6350" y="177800"/>
                  </a:lnTo>
                  <a:close/>
                </a:path>
                <a:path w="6350" h="292100">
                  <a:moveTo>
                    <a:pt x="6350" y="133350"/>
                  </a:moveTo>
                  <a:lnTo>
                    <a:pt x="0" y="133350"/>
                  </a:lnTo>
                  <a:lnTo>
                    <a:pt x="0" y="158750"/>
                  </a:lnTo>
                  <a:lnTo>
                    <a:pt x="6350" y="158750"/>
                  </a:lnTo>
                  <a:lnTo>
                    <a:pt x="6350" y="133350"/>
                  </a:lnTo>
                  <a:close/>
                </a:path>
                <a:path w="6350" h="292100">
                  <a:moveTo>
                    <a:pt x="6350" y="88900"/>
                  </a:moveTo>
                  <a:lnTo>
                    <a:pt x="0" y="88900"/>
                  </a:lnTo>
                  <a:lnTo>
                    <a:pt x="0" y="114300"/>
                  </a:lnTo>
                  <a:lnTo>
                    <a:pt x="6350" y="114300"/>
                  </a:lnTo>
                  <a:lnTo>
                    <a:pt x="6350" y="88900"/>
                  </a:lnTo>
                  <a:close/>
                </a:path>
                <a:path w="6350" h="292100">
                  <a:moveTo>
                    <a:pt x="6350" y="44450"/>
                  </a:moveTo>
                  <a:lnTo>
                    <a:pt x="0" y="44450"/>
                  </a:lnTo>
                  <a:lnTo>
                    <a:pt x="0" y="69850"/>
                  </a:lnTo>
                  <a:lnTo>
                    <a:pt x="6350" y="69850"/>
                  </a:lnTo>
                  <a:lnTo>
                    <a:pt x="6350" y="44450"/>
                  </a:lnTo>
                  <a:close/>
                </a:path>
                <a:path w="6350" h="292100">
                  <a:moveTo>
                    <a:pt x="6350" y="0"/>
                  </a:moveTo>
                  <a:lnTo>
                    <a:pt x="0" y="0"/>
                  </a:lnTo>
                  <a:lnTo>
                    <a:pt x="0" y="2413"/>
                  </a:lnTo>
                  <a:lnTo>
                    <a:pt x="0" y="25400"/>
                  </a:lnTo>
                  <a:lnTo>
                    <a:pt x="6350" y="25400"/>
                  </a:lnTo>
                  <a:lnTo>
                    <a:pt x="6350" y="3048"/>
                  </a:lnTo>
                  <a:lnTo>
                    <a:pt x="3175" y="3048"/>
                  </a:lnTo>
                  <a:lnTo>
                    <a:pt x="6350" y="2413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9063" y="5040884"/>
              <a:ext cx="76200" cy="762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134616" y="5540755"/>
            <a:ext cx="6108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bajante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sencillo</a:t>
            </a:r>
            <a:r>
              <a:rPr sz="8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a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piso</a:t>
            </a:r>
            <a:endParaRPr sz="800">
              <a:latin typeface="Segoe UI Light"/>
              <a:cs typeface="Segoe U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34539" y="3349244"/>
            <a:ext cx="61087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bajante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doble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a</a:t>
            </a:r>
            <a:r>
              <a:rPr sz="8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piso</a:t>
            </a:r>
            <a:endParaRPr sz="800">
              <a:latin typeface="Segoe UI Light"/>
              <a:cs typeface="Segoe UI Ligh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839847" y="2836036"/>
            <a:ext cx="76200" cy="492759"/>
            <a:chOff x="2839847" y="2836036"/>
            <a:chExt cx="76200" cy="492759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9847" y="3220338"/>
              <a:ext cx="76200" cy="1079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874772" y="2909188"/>
              <a:ext cx="6350" cy="292100"/>
            </a:xfrm>
            <a:custGeom>
              <a:avLst/>
              <a:gdLst/>
              <a:ahLst/>
              <a:cxnLst/>
              <a:rect l="l" t="t" r="r" b="b"/>
              <a:pathLst>
                <a:path w="6350" h="292100">
                  <a:moveTo>
                    <a:pt x="6350" y="266700"/>
                  </a:moveTo>
                  <a:lnTo>
                    <a:pt x="0" y="266700"/>
                  </a:lnTo>
                  <a:lnTo>
                    <a:pt x="0" y="292100"/>
                  </a:lnTo>
                  <a:lnTo>
                    <a:pt x="6350" y="292100"/>
                  </a:lnTo>
                  <a:lnTo>
                    <a:pt x="6350" y="266700"/>
                  </a:lnTo>
                  <a:close/>
                </a:path>
                <a:path w="6350" h="292100">
                  <a:moveTo>
                    <a:pt x="6350" y="222250"/>
                  </a:moveTo>
                  <a:lnTo>
                    <a:pt x="0" y="222250"/>
                  </a:lnTo>
                  <a:lnTo>
                    <a:pt x="0" y="247650"/>
                  </a:lnTo>
                  <a:lnTo>
                    <a:pt x="6350" y="247650"/>
                  </a:lnTo>
                  <a:lnTo>
                    <a:pt x="6350" y="222250"/>
                  </a:lnTo>
                  <a:close/>
                </a:path>
                <a:path w="6350" h="292100">
                  <a:moveTo>
                    <a:pt x="6350" y="177800"/>
                  </a:moveTo>
                  <a:lnTo>
                    <a:pt x="0" y="177800"/>
                  </a:lnTo>
                  <a:lnTo>
                    <a:pt x="0" y="203200"/>
                  </a:lnTo>
                  <a:lnTo>
                    <a:pt x="6350" y="203200"/>
                  </a:lnTo>
                  <a:lnTo>
                    <a:pt x="6350" y="177800"/>
                  </a:lnTo>
                  <a:close/>
                </a:path>
                <a:path w="6350" h="292100">
                  <a:moveTo>
                    <a:pt x="6350" y="133350"/>
                  </a:moveTo>
                  <a:lnTo>
                    <a:pt x="0" y="133350"/>
                  </a:lnTo>
                  <a:lnTo>
                    <a:pt x="0" y="158750"/>
                  </a:lnTo>
                  <a:lnTo>
                    <a:pt x="6350" y="158750"/>
                  </a:lnTo>
                  <a:lnTo>
                    <a:pt x="6350" y="133350"/>
                  </a:lnTo>
                  <a:close/>
                </a:path>
                <a:path w="6350" h="292100">
                  <a:moveTo>
                    <a:pt x="6350" y="88900"/>
                  </a:moveTo>
                  <a:lnTo>
                    <a:pt x="0" y="88900"/>
                  </a:lnTo>
                  <a:lnTo>
                    <a:pt x="0" y="114300"/>
                  </a:lnTo>
                  <a:lnTo>
                    <a:pt x="6350" y="114300"/>
                  </a:lnTo>
                  <a:lnTo>
                    <a:pt x="6350" y="88900"/>
                  </a:lnTo>
                  <a:close/>
                </a:path>
                <a:path w="6350" h="292100">
                  <a:moveTo>
                    <a:pt x="6350" y="44450"/>
                  </a:moveTo>
                  <a:lnTo>
                    <a:pt x="0" y="44450"/>
                  </a:lnTo>
                  <a:lnTo>
                    <a:pt x="0" y="69850"/>
                  </a:lnTo>
                  <a:lnTo>
                    <a:pt x="6350" y="69850"/>
                  </a:lnTo>
                  <a:lnTo>
                    <a:pt x="6350" y="44450"/>
                  </a:lnTo>
                  <a:close/>
                </a:path>
                <a:path w="6350" h="292100">
                  <a:moveTo>
                    <a:pt x="6350" y="0"/>
                  </a:moveTo>
                  <a:lnTo>
                    <a:pt x="0" y="0"/>
                  </a:lnTo>
                  <a:lnTo>
                    <a:pt x="0" y="2413"/>
                  </a:lnTo>
                  <a:lnTo>
                    <a:pt x="0" y="25400"/>
                  </a:lnTo>
                  <a:lnTo>
                    <a:pt x="6350" y="25400"/>
                  </a:lnTo>
                  <a:lnTo>
                    <a:pt x="6350" y="3048"/>
                  </a:lnTo>
                  <a:lnTo>
                    <a:pt x="3175" y="3048"/>
                  </a:lnTo>
                  <a:lnTo>
                    <a:pt x="6350" y="2413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9847" y="2836036"/>
              <a:ext cx="76200" cy="76200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62600" y="2438400"/>
            <a:ext cx="258317" cy="72034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87992" y="3199129"/>
            <a:ext cx="221368" cy="72034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438" y="3594861"/>
            <a:ext cx="1800225" cy="21337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553" y="1263014"/>
            <a:ext cx="2148967" cy="198869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6" name="object 6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175" dirty="0">
                <a:solidFill>
                  <a:srgbClr val="232323"/>
                </a:solidFill>
              </a:rPr>
              <a:t> </a:t>
            </a:r>
            <a:r>
              <a:rPr dirty="0">
                <a:solidFill>
                  <a:srgbClr val="232323"/>
                </a:solidFill>
              </a:rPr>
              <a:t>P</a:t>
            </a:r>
            <a:r>
              <a:rPr sz="2500" dirty="0"/>
              <a:t>lus</a:t>
            </a:r>
            <a:r>
              <a:rPr sz="2500" spc="60" dirty="0"/>
              <a:t> </a:t>
            </a:r>
            <a:r>
              <a:rPr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Superficies</a:t>
            </a:r>
            <a:r>
              <a:rPr sz="1400" b="0" i="1" spc="-9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dirty="0">
                <a:solidFill>
                  <a:srgbClr val="494646"/>
                </a:solidFill>
                <a:latin typeface="Segoe UI Light"/>
                <a:cs typeface="Segoe UI Light"/>
              </a:rPr>
              <a:t>de</a:t>
            </a:r>
            <a:r>
              <a:rPr sz="1400" b="0" i="1" spc="-3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trabajo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82695" y="4657471"/>
            <a:ext cx="14433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</a:t>
            </a:r>
            <a:r>
              <a:rPr sz="8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Y</a:t>
            </a:r>
            <a:r>
              <a:rPr sz="800" spc="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RESTRICCIONES</a:t>
            </a:r>
            <a:endParaRPr sz="800">
              <a:latin typeface="Segoe UI Light"/>
              <a:cs typeface="Segoe U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98189" y="4815332"/>
            <a:ext cx="7552055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800" spc="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dimensiónes</a:t>
            </a:r>
            <a:r>
              <a:rPr sz="8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Nominal (P-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L)</a:t>
            </a:r>
            <a:r>
              <a:rPr sz="8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800" spc="10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Real.</a:t>
            </a:r>
            <a:endParaRPr sz="8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800" spc="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Superficies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Dobles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y</a:t>
            </a:r>
            <a:r>
              <a:rPr sz="800" spc="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Sencillas</a:t>
            </a:r>
            <a:r>
              <a:rPr sz="8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8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rematables</a:t>
            </a:r>
            <a:r>
              <a:rPr sz="8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800" spc="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8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(L)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8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90</a:t>
            </a:r>
            <a:r>
              <a:rPr sz="8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800" spc="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150cm.</a:t>
            </a:r>
            <a:endParaRPr sz="8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800" spc="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Superficies</a:t>
            </a:r>
            <a:r>
              <a:rPr sz="800" spc="-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Dobles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rematables en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Profundidad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(P)</a:t>
            </a:r>
            <a:r>
              <a:rPr sz="800" spc="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8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120hasta</a:t>
            </a:r>
            <a:r>
              <a:rPr sz="8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150cm.</a:t>
            </a:r>
            <a:endParaRPr sz="8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Las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Superficies</a:t>
            </a:r>
            <a:r>
              <a:rPr sz="8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Sencillas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rematables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Profundidad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(P)</a:t>
            </a:r>
            <a:r>
              <a:rPr sz="800" spc="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8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60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8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75cm.</a:t>
            </a:r>
            <a:endParaRPr sz="8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requiera</a:t>
            </a:r>
            <a:r>
              <a:rPr sz="800" spc="-7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puestos</a:t>
            </a:r>
            <a:r>
              <a:rPr sz="8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trabajo</a:t>
            </a:r>
            <a:r>
              <a:rPr sz="8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Sencillos</a:t>
            </a:r>
            <a:r>
              <a:rPr sz="800" spc="-8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con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r>
              <a:rPr sz="800" spc="-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cableado,</a:t>
            </a:r>
            <a:r>
              <a:rPr sz="8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8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Profundidad</a:t>
            </a:r>
            <a:r>
              <a:rPr sz="8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(P)</a:t>
            </a:r>
            <a:r>
              <a:rPr sz="800" spc="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mínima</a:t>
            </a:r>
            <a:r>
              <a:rPr sz="8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es</a:t>
            </a:r>
            <a:r>
              <a:rPr sz="8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60cm,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evitar</a:t>
            </a:r>
            <a:r>
              <a:rPr sz="8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choque</a:t>
            </a:r>
            <a:r>
              <a:rPr sz="8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rodillas.</a:t>
            </a:r>
            <a:endParaRPr sz="8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Cuando se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requieran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 remates,</a:t>
            </a:r>
            <a:r>
              <a:rPr sz="8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solicitar</a:t>
            </a:r>
            <a:r>
              <a:rPr sz="8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con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código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8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800" spc="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800" spc="-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inmediatamente</a:t>
            </a:r>
            <a:r>
              <a:rPr sz="8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superior.</a:t>
            </a:r>
            <a:endParaRPr sz="800">
              <a:latin typeface="Segoe UI Light"/>
              <a:cs typeface="Segoe UI Light"/>
            </a:endParaRPr>
          </a:p>
          <a:p>
            <a:pPr marL="184785" marR="5080" indent="-172720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Comercial</a:t>
            </a:r>
            <a:r>
              <a:rPr sz="8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define si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requiere</a:t>
            </a:r>
            <a:r>
              <a:rPr sz="8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(Perforación</a:t>
            </a:r>
            <a:r>
              <a:rPr sz="8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central)</a:t>
            </a:r>
            <a:r>
              <a:rPr sz="800" spc="2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tapa</a:t>
            </a:r>
            <a:r>
              <a:rPr sz="800" spc="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pasacables</a:t>
            </a:r>
            <a:r>
              <a:rPr sz="8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(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Perforación</a:t>
            </a:r>
            <a:r>
              <a:rPr sz="8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ubicada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al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centro,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izquierda</a:t>
            </a:r>
            <a:r>
              <a:rPr sz="8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o</a:t>
            </a:r>
            <a:r>
              <a:rPr sz="800" spc="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derecha)</a:t>
            </a:r>
            <a:r>
              <a:rPr sz="800" spc="-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o</a:t>
            </a:r>
            <a:r>
              <a:rPr sz="800" spc="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Lisa;</a:t>
            </a:r>
            <a:r>
              <a:rPr sz="8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800" spc="2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que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POP</a:t>
            </a:r>
            <a:r>
              <a:rPr sz="8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programe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en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planta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800" spc="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perforaciones</a:t>
            </a:r>
            <a:r>
              <a:rPr sz="8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requeridas</a:t>
            </a:r>
            <a:r>
              <a:rPr sz="8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según</a:t>
            </a:r>
            <a:r>
              <a:rPr sz="8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especificación</a:t>
            </a:r>
            <a:r>
              <a:rPr sz="8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planos.</a:t>
            </a:r>
            <a:endParaRPr sz="8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8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Comercial</a:t>
            </a:r>
            <a:r>
              <a:rPr sz="8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especifica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pantallas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frontales,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POP</a:t>
            </a:r>
            <a:r>
              <a:rPr sz="800" spc="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debe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programar las</a:t>
            </a:r>
            <a:r>
              <a:rPr sz="800" spc="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perforaciones</a:t>
            </a:r>
            <a:r>
              <a:rPr sz="8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requeridas</a:t>
            </a:r>
            <a:r>
              <a:rPr sz="8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según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especificación</a:t>
            </a:r>
            <a:r>
              <a:rPr sz="800" spc="-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 planos.</a:t>
            </a:r>
            <a:endParaRPr sz="8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comercial</a:t>
            </a:r>
            <a:r>
              <a:rPr sz="800" spc="-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debe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considerar</a:t>
            </a:r>
            <a:r>
              <a:rPr sz="8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el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formato</a:t>
            </a:r>
            <a:r>
              <a:rPr sz="8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800" spc="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formica,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dado</a:t>
            </a:r>
            <a:r>
              <a:rPr sz="8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que</a:t>
            </a:r>
            <a:r>
              <a:rPr sz="8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no</a:t>
            </a:r>
            <a:r>
              <a:rPr sz="8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todos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acabados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vienen</a:t>
            </a:r>
            <a:r>
              <a:rPr sz="8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8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153cm</a:t>
            </a:r>
            <a:r>
              <a:rPr sz="8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profundidad.</a:t>
            </a:r>
            <a:endParaRPr sz="8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8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requiera</a:t>
            </a:r>
            <a:r>
              <a:rPr sz="800" spc="-8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superficies</a:t>
            </a:r>
            <a:r>
              <a:rPr sz="800" spc="-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superiores</a:t>
            </a:r>
            <a:r>
              <a:rPr sz="8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a</a:t>
            </a:r>
            <a:r>
              <a:rPr sz="800" spc="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120cm</a:t>
            </a:r>
            <a:r>
              <a:rPr sz="8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en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Profundidad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(P)</a:t>
            </a:r>
            <a:r>
              <a:rPr sz="800" spc="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y</a:t>
            </a:r>
            <a:r>
              <a:rPr sz="8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no</a:t>
            </a:r>
            <a:r>
              <a:rPr sz="8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exista</a:t>
            </a:r>
            <a:r>
              <a:rPr sz="8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formato</a:t>
            </a:r>
            <a:r>
              <a:rPr sz="8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8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153cm, comercial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definirá</a:t>
            </a:r>
            <a:r>
              <a:rPr sz="8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si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es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posible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unión</a:t>
            </a:r>
            <a:r>
              <a:rPr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en la</a:t>
            </a:r>
            <a:r>
              <a:rPr sz="800" spc="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superficie.</a:t>
            </a:r>
            <a:endParaRPr sz="800">
              <a:latin typeface="Segoe UI Light"/>
              <a:cs typeface="Segoe U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3676" y="2979546"/>
            <a:ext cx="533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Sup.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Doble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62988" y="5590743"/>
            <a:ext cx="594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Sup.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Sencilla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01011" y="4072140"/>
            <a:ext cx="129539" cy="182880"/>
          </a:xfrm>
          <a:custGeom>
            <a:avLst/>
            <a:gdLst/>
            <a:ahLst/>
            <a:cxnLst/>
            <a:rect l="l" t="t" r="r" b="b"/>
            <a:pathLst>
              <a:path w="129539" h="182879">
                <a:moveTo>
                  <a:pt x="129539" y="0"/>
                </a:moveTo>
                <a:lnTo>
                  <a:pt x="0" y="0"/>
                </a:lnTo>
                <a:lnTo>
                  <a:pt x="0" y="182740"/>
                </a:lnTo>
                <a:lnTo>
                  <a:pt x="129539" y="182740"/>
                </a:lnTo>
                <a:lnTo>
                  <a:pt x="129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741039" y="959230"/>
          <a:ext cx="7883520" cy="3693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2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1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4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9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7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84150">
                <a:tc gridSpan="1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SUPERFICIES DOBLES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-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Formica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3.0cm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2KSU010310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14935" marR="95250" indent="-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Formica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2KSU010300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9535" marR="66675" indent="1968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2KSU010340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71755" indent="127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1.8cm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2KSU010330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91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F.Formicentro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67945" marR="68580" indent="9525" algn="ctr">
                        <a:lnSpc>
                          <a:spcPct val="96900"/>
                        </a:lnSpc>
                        <a:spcBef>
                          <a:spcPts val="3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3.0cm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2KSU010310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91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F.Formicentro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63500" marR="63500" indent="8255" algn="ctr">
                        <a:lnSpc>
                          <a:spcPct val="96900"/>
                        </a:lnSpc>
                        <a:spcBef>
                          <a:spcPts val="3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2KSU010300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91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F.Formicentro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225425" marR="217170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3.0cm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15875" algn="ctr">
                        <a:lnSpc>
                          <a:spcPts val="9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2KSU010310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91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F.Formicentro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184150" marR="175895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18415" algn="ctr">
                        <a:lnSpc>
                          <a:spcPts val="9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2KSU010300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905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88265" marR="66675" indent="-2540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Duralam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2KSU010370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22000132937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22000132943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22000132955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22000135309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22000135306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22000135562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22000135559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22000135983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22000132938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22000132944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22000132956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22000135308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22000135305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22000135561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22000135558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22000135984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22000132939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22000132945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22000132951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22000132957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22000135307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22000135304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22000135557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22000135985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22000132940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22000132946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22000132952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22000132958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22000132941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22000132947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22000132953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22000132959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22000132942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22000132948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22000132954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635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150">
                <a:tc gridSpan="1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SUPERFICIES SENCILLAS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127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Formica</a:t>
                      </a:r>
                      <a:r>
                        <a:rPr sz="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3.0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2KSU010260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Formica</a:t>
                      </a:r>
                      <a:r>
                        <a:rPr sz="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2KSU010250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9535" marR="66675" indent="-508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2KSU010270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71755" indent="127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1.8cm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2KSU010280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919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F.Formicentro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67945" marR="68580" indent="9525" algn="ctr">
                        <a:lnSpc>
                          <a:spcPct val="96900"/>
                        </a:lnSpc>
                        <a:spcBef>
                          <a:spcPts val="3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3.0cm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2KSU010260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919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F.Formicentro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63500" marR="63500" indent="8255" algn="ctr">
                        <a:lnSpc>
                          <a:spcPct val="96900"/>
                        </a:lnSpc>
                        <a:spcBef>
                          <a:spcPts val="3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2KSU010250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919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F.Formicentro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89535" marR="90170" indent="8255" algn="ctr">
                        <a:lnSpc>
                          <a:spcPct val="96900"/>
                        </a:lnSpc>
                        <a:spcBef>
                          <a:spcPts val="30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3.0cm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2KSU010260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919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F.Formicentro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184150" marR="175895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18415" algn="ctr">
                        <a:lnSpc>
                          <a:spcPts val="9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2KSU010250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91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88265" marR="66675" indent="-2540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Duralam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r>
                        <a:rPr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2KSU010360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415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22000132967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22000132973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22000132985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22000132979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22000135303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22000135297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22000135556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22000135980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22000132968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22000132974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22000132986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22000132980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22000135302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22000135296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22000135555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22000135981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22000132969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22000132987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22000132981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22000135301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22000135295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22000135554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22000135548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22000135982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22000132970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22000132976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22000132988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22000132982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22000135300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22000135294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22000135553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22000135547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22000132977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22000132989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22000132983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22000135299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22000135293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22000135552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22000135546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22000132972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22000132978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22000132990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22000132984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22000135298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22000135292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22000135551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22000135545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S.C.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2196083" y="4762500"/>
            <a:ext cx="76200" cy="808355"/>
            <a:chOff x="2196083" y="4762500"/>
            <a:chExt cx="76200" cy="80835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6083" y="5462777"/>
              <a:ext cx="76200" cy="10782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2526664" y="2157983"/>
            <a:ext cx="76200" cy="808355"/>
            <a:chOff x="2526664" y="2157983"/>
            <a:chExt cx="76200" cy="808355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26664" y="2858134"/>
              <a:ext cx="76200" cy="10795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564764" y="2235834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26664" y="2157983"/>
              <a:ext cx="76200" cy="76200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49928" y="2927985"/>
            <a:ext cx="65656" cy="762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99915" y="1981974"/>
            <a:ext cx="696340" cy="42823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38447" y="3749840"/>
            <a:ext cx="771398" cy="46249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245" dirty="0">
                <a:solidFill>
                  <a:srgbClr val="232323"/>
                </a:solidFill>
              </a:rPr>
              <a:t> </a:t>
            </a:r>
            <a:r>
              <a:rPr sz="2500" dirty="0"/>
              <a:t>Plus</a:t>
            </a:r>
            <a:r>
              <a:rPr sz="2500" spc="5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Pantalla</a:t>
            </a:r>
            <a:r>
              <a:rPr sz="1400" b="0" i="1" spc="-7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Frontal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08857" y="3937761"/>
            <a:ext cx="474281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Y</a:t>
            </a:r>
            <a:r>
              <a:rPr sz="900" spc="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RESTRICCIONES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pantallas</a:t>
            </a:r>
            <a:r>
              <a:rPr sz="900" spc="8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frontales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pueden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rematar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(N)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7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90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150cm.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pantallas</a:t>
            </a:r>
            <a:r>
              <a:rPr sz="900" spc="7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frontales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–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10cm.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alto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pantalla</a:t>
            </a:r>
            <a:r>
              <a:rPr sz="900" spc="7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mide</a:t>
            </a:r>
            <a:r>
              <a:rPr sz="900" spc="-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partir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 cara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superior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1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superficie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trabajo.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código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pantallas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incluye</a:t>
            </a:r>
            <a:r>
              <a:rPr sz="900" spc="7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soportes.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requieran remates,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solicitar</a:t>
            </a:r>
            <a:r>
              <a:rPr sz="900" spc="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con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código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inmediatamente</a:t>
            </a:r>
            <a:r>
              <a:rPr sz="900" spc="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superior.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pintura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para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soportes.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2643" y="2283586"/>
            <a:ext cx="3103245" cy="2322830"/>
            <a:chOff x="372643" y="2283586"/>
            <a:chExt cx="3103245" cy="23228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643" y="2283586"/>
              <a:ext cx="3103118" cy="23224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7910" y="2914268"/>
              <a:ext cx="75564" cy="762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66010" y="2952368"/>
              <a:ext cx="603250" cy="0"/>
            </a:xfrm>
            <a:custGeom>
              <a:avLst/>
              <a:gdLst/>
              <a:ahLst/>
              <a:cxnLst/>
              <a:rect l="l" t="t" r="r" b="b"/>
              <a:pathLst>
                <a:path w="603250">
                  <a:moveTo>
                    <a:pt x="0" y="0"/>
                  </a:moveTo>
                  <a:lnTo>
                    <a:pt x="603250" y="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8310" y="2914268"/>
              <a:ext cx="96265" cy="762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593975" y="2871596"/>
            <a:ext cx="722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Pantalla</a:t>
            </a:r>
            <a:r>
              <a:rPr sz="900" spc="-40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frontal</a:t>
            </a:r>
            <a:endParaRPr sz="900">
              <a:latin typeface="Segoe UI Light"/>
              <a:cs typeface="Segoe UI Ligh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23054" y="3106318"/>
            <a:ext cx="564972" cy="533501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813555" y="2071370"/>
          <a:ext cx="7539987" cy="1572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1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75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74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5750">
                <a:tc gridSpan="9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PANTALLAS FRONTAL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dot"/>
                    </a:lnL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2829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2069" marR="50800" indent="22987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Vidrio Laminado</a:t>
                      </a:r>
                      <a:r>
                        <a:rPr sz="11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4+4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Formica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4769" indent="19050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Tela</a:t>
                      </a: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/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Aglomerado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+Backer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60325" indent="1905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Tela</a:t>
                      </a: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/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Aglomerado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2KAC252000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2KAC253000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2KAC254000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2KAC255000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2KAC271000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90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22000132928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22000132931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22000132934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22000132961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22000133977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110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22000132929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22000132932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22000132962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22000133978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140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22000132933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22000132936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22000132963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22000133979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14800" y="3124149"/>
            <a:ext cx="536194" cy="51567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245" dirty="0">
                <a:solidFill>
                  <a:srgbClr val="232323"/>
                </a:solidFill>
              </a:rPr>
              <a:t> </a:t>
            </a:r>
            <a:r>
              <a:rPr sz="2500" dirty="0"/>
              <a:t>Plus</a:t>
            </a:r>
            <a:r>
              <a:rPr sz="2500" spc="5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Pantalla</a:t>
            </a:r>
            <a:r>
              <a:rPr sz="1400" b="0" i="1" spc="-7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Lateral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2425" y="4181982"/>
            <a:ext cx="1618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Y</a:t>
            </a:r>
            <a:r>
              <a:rPr sz="900" spc="6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RESTRICCIONES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2425" y="4471542"/>
            <a:ext cx="474408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pantallas</a:t>
            </a:r>
            <a:r>
              <a:rPr sz="900" spc="9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laterales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pueden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rematar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Profundidad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(N)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60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900" spc="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75cm.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pantallas</a:t>
            </a:r>
            <a:r>
              <a:rPr sz="900" spc="9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laterales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–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1.0cm.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código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pantallas</a:t>
            </a:r>
            <a:r>
              <a:rPr sz="900" spc="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incluye</a:t>
            </a:r>
            <a:r>
              <a:rPr sz="900" spc="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soportes.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 se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requieran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remates,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solicitar</a:t>
            </a:r>
            <a:r>
              <a:rPr sz="900" spc="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con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código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Nominal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inmediatamente</a:t>
            </a:r>
            <a:r>
              <a:rPr sz="900" spc="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superior.</a:t>
            </a:r>
            <a:endParaRPr sz="90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pintura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soportes.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2219" y="2089785"/>
            <a:ext cx="3440429" cy="2855595"/>
            <a:chOff x="282219" y="2089785"/>
            <a:chExt cx="3440429" cy="285559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219" y="2089785"/>
              <a:ext cx="3440176" cy="28550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2585" y="3953636"/>
              <a:ext cx="76200" cy="1079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0685" y="4080636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2585" y="4609973"/>
              <a:ext cx="76200" cy="76200"/>
            </a:xfrm>
            <a:prstGeom prst="rect">
              <a:avLst/>
            </a:prstGeom>
          </p:spPr>
        </p:pic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156075" y="1752345"/>
          <a:ext cx="7682228" cy="2341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3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37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7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4150">
                <a:tc gridSpan="9">
                  <a:txBody>
                    <a:bodyPr/>
                    <a:lstStyle/>
                    <a:p>
                      <a:pPr marL="4445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PANTALLAS</a:t>
                      </a:r>
                      <a:r>
                        <a:rPr sz="11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LATERALES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9525">
                      <a:solidFill>
                        <a:srgbClr val="242424"/>
                      </a:solidFill>
                      <a:prstDash val="sys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242424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242424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" algn="ctr">
                        <a:lnSpc>
                          <a:spcPts val="114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0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242424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dot"/>
                    </a:lnL>
                    <a:lnR w="9525">
                      <a:solidFill>
                        <a:srgbClr val="242424"/>
                      </a:solidFill>
                      <a:prstDash val="sysDot"/>
                    </a:lnR>
                    <a:lnT w="9525">
                      <a:solidFill>
                        <a:srgbClr val="242424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9525">
                      <a:solidFill>
                        <a:srgbClr val="242424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242424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gridSpan="4"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Pantalla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superficie</a:t>
                      </a:r>
                      <a:r>
                        <a:rPr sz="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1.8CM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9525">
                      <a:solidFill>
                        <a:srgbClr val="7D7D7D"/>
                      </a:solidFill>
                      <a:prstDash val="sys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114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Vidrio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Laminado</a:t>
                      </a:r>
                      <a:r>
                        <a:rPr sz="10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4+4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36195"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2KAC276000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278765" algn="r">
                        <a:lnSpc>
                          <a:spcPts val="114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227329" algn="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2KAC274000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Formica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45720"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2KAC275000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Tela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46990"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2KAC272000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ts val="104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60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7D7D7D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59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7D7D7D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7D7D7D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04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22000134164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22000134699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22000134176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04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22000134170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ts val="104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75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74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04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22000134165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22000134700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22000134177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04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22000134171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gridSpan="4"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Pantalla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superficie</a:t>
                      </a:r>
                      <a:r>
                        <a:rPr sz="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2.5CM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9525">
                      <a:solidFill>
                        <a:srgbClr val="7D7D7D"/>
                      </a:solidFill>
                      <a:prstDash val="sys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114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Vidrio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Laminado</a:t>
                      </a:r>
                      <a:r>
                        <a:rPr sz="10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4+4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35560"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2KAC276000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278765" algn="r">
                        <a:lnSpc>
                          <a:spcPts val="114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227329" algn="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2KAC274000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Formica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45085"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2KAC275000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Tela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46355"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2KAC272000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60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7D7D7D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59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7D7D7D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7D7D7D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22000134166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22000134701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22000134178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22000134172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75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74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22000134167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22000134702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22000134179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22000134173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gridSpan="4"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Pantalla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superficie</a:t>
                      </a:r>
                      <a:r>
                        <a:rPr sz="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3.0CM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9525">
                      <a:solidFill>
                        <a:srgbClr val="7D7D7D"/>
                      </a:solidFill>
                      <a:prstDash val="sys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1145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Vidrio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Laminado</a:t>
                      </a:r>
                      <a:r>
                        <a:rPr sz="10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4+4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36195"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2KAC276000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278765" algn="r">
                        <a:lnSpc>
                          <a:spcPts val="1145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227329" algn="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2KAC274000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Formica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45720"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2KAC275000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Tela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R="46990"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2KAC272000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60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7D7D7D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59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7D7D7D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7D7D7D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22000134168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22000134703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22000134180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22000134174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75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74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22000134169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22000134704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22000134181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22000134175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2658872" y="4720208"/>
            <a:ext cx="730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Pantalla</a:t>
            </a:r>
            <a:r>
              <a:rPr sz="900" spc="-55" dirty="0">
                <a:latin typeface="Segoe UI Light"/>
                <a:cs typeface="Segoe UI Light"/>
              </a:rPr>
              <a:t> </a:t>
            </a:r>
            <a:r>
              <a:rPr sz="900" spc="-10" dirty="0">
                <a:latin typeface="Segoe UI Light"/>
                <a:cs typeface="Segoe UI Light"/>
              </a:rPr>
              <a:t>Lateral</a:t>
            </a:r>
            <a:endParaRPr sz="900">
              <a:latin typeface="Segoe UI Light"/>
              <a:cs typeface="Segoe UI Ligh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11522" y="2532862"/>
            <a:ext cx="1148918" cy="123167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225" dirty="0">
                <a:solidFill>
                  <a:srgbClr val="232323"/>
                </a:solidFill>
              </a:rPr>
              <a:t> </a:t>
            </a:r>
            <a:r>
              <a:rPr sz="2500" dirty="0"/>
              <a:t>Plus</a:t>
            </a:r>
            <a:r>
              <a:rPr sz="2500" spc="10" dirty="0"/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Grommet</a:t>
            </a:r>
            <a:r>
              <a:rPr sz="1400" b="0" i="1" spc="-10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dirty="0">
                <a:solidFill>
                  <a:srgbClr val="494646"/>
                </a:solidFill>
                <a:latin typeface="Segoe UI Light"/>
                <a:cs typeface="Segoe UI Light"/>
              </a:rPr>
              <a:t>/</a:t>
            </a:r>
            <a:r>
              <a:rPr sz="1400" b="0" i="1" spc="-5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dirty="0">
                <a:solidFill>
                  <a:srgbClr val="494646"/>
                </a:solidFill>
                <a:latin typeface="Segoe UI Light"/>
                <a:cs typeface="Segoe UI Light"/>
              </a:rPr>
              <a:t>Tapa</a:t>
            </a:r>
            <a:r>
              <a:rPr sz="1400" b="0" i="1" spc="-5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4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pasacable</a:t>
            </a:r>
            <a:endParaRPr sz="140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684" y="1386509"/>
            <a:ext cx="3706241" cy="4489323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330315" y="2048001"/>
          <a:ext cx="4507227" cy="2593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4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4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150">
                <a:tc gridSpan="5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GROMMET</a:t>
                      </a:r>
                      <a:r>
                        <a:rPr sz="9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9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TAPA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PASACABLE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DIMENSION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ACABADO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2">
                  <a:txBody>
                    <a:bodyPr/>
                    <a:lstStyle/>
                    <a:p>
                      <a:pPr marL="153035" marR="156845" indent="31750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GROMMET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ALUMINIO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LKAC250000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31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ANODIZADO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22000023626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31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51.2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PINTADO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22000116523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2">
                  <a:txBody>
                    <a:bodyPr/>
                    <a:lstStyle/>
                    <a:p>
                      <a:pPr marL="148590" marR="152400" indent="3619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GROMMET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METALICO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2KAC270000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6827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PINTADO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22000133769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90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51.2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048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048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60655" marR="44450" indent="-121920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TAPA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PASACABLE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MPR050004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Diametro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NOPAL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22000635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0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7.8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GRIS</a:t>
                      </a:r>
                      <a:r>
                        <a:rPr sz="90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CALRO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22000648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6285" y="2647149"/>
            <a:ext cx="759968" cy="36122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00" y="3962463"/>
            <a:ext cx="256527" cy="3556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38848" y="3155657"/>
            <a:ext cx="741654" cy="44707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270" dirty="0">
                <a:solidFill>
                  <a:srgbClr val="232323"/>
                </a:solidFill>
              </a:rPr>
              <a:t> </a:t>
            </a:r>
            <a:r>
              <a:rPr sz="2500" dirty="0"/>
              <a:t>Plus</a:t>
            </a:r>
            <a:r>
              <a:rPr sz="2500" spc="-15" dirty="0"/>
              <a:t> </a:t>
            </a:r>
            <a:r>
              <a:rPr sz="13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Acoples</a:t>
            </a:r>
            <a:endParaRPr sz="130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110" y="1292225"/>
            <a:ext cx="2687954" cy="254393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9340" y="4040416"/>
            <a:ext cx="2704084" cy="2306447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306948" y="1940814"/>
          <a:ext cx="5481316" cy="2392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1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1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7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3995">
                <a:tc gridSpan="6"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SOPORTE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DUCTO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r>
                        <a:rPr sz="11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 marR="39370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ACOPLE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2KAC268000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9.5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24.5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22000132905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9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ACOPLE</a:t>
                      </a:r>
                      <a:r>
                        <a:rPr sz="9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DUCTO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PARED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8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2KAC267000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9.5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24.5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8.5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22000132906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313679" y="4535551"/>
            <a:ext cx="1863089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CONDICIONES</a:t>
            </a:r>
            <a:r>
              <a:rPr sz="900" b="1" spc="-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Y</a:t>
            </a:r>
            <a:r>
              <a:rPr sz="900" b="1" spc="-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RESTRICCIONES</a:t>
            </a:r>
            <a:endParaRPr sz="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 dirty="0">
              <a:latin typeface="Trebuchet MS"/>
              <a:cs typeface="Trebuchet MS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Estos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elementos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</a:t>
            </a:r>
            <a:r>
              <a:rPr sz="900" spc="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9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rematables.</a:t>
            </a:r>
            <a:endParaRPr sz="900" dirty="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pintura.</a:t>
            </a:r>
            <a:endParaRPr sz="900" dirty="0">
              <a:latin typeface="Segoe UI Light"/>
              <a:cs typeface="Segoe UI Ligh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5015" y="2443759"/>
            <a:ext cx="954303" cy="8720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75859" y="3429025"/>
            <a:ext cx="772629" cy="87208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04" dirty="0"/>
              <a:t> </a:t>
            </a:r>
            <a:r>
              <a:rPr sz="2500" dirty="0"/>
              <a:t>Plus</a:t>
            </a:r>
            <a:r>
              <a:rPr sz="2500" spc="50" dirty="0"/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Refuerzo</a:t>
            </a:r>
            <a:r>
              <a:rPr sz="1200" b="0" i="1" spc="-4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y</a:t>
            </a:r>
            <a:r>
              <a:rPr sz="1200" b="0" i="1" spc="-4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soporte</a:t>
            </a:r>
            <a:r>
              <a:rPr sz="1200" b="0" i="1" spc="-2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ducto</a:t>
            </a:r>
            <a:r>
              <a:rPr sz="1200" b="0" i="1" spc="-1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puesto</a:t>
            </a:r>
            <a:r>
              <a:rPr sz="1200" b="0" i="1" spc="-6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con</a:t>
            </a:r>
            <a:r>
              <a:rPr sz="1200" b="0" i="1" spc="-5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almacenamiento</a:t>
            </a:r>
            <a:endParaRPr sz="12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6278" y="4461489"/>
            <a:ext cx="5379720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</a:t>
            </a:r>
            <a:r>
              <a:rPr sz="9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Y</a:t>
            </a:r>
            <a:r>
              <a:rPr sz="900" spc="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RESTRICCIONES</a:t>
            </a:r>
            <a:endParaRPr lang="es-MX" sz="900" spc="-10" dirty="0">
              <a:solidFill>
                <a:srgbClr val="4D4D4D"/>
              </a:solidFill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900" dirty="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refuerzos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pueden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rematar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desde</a:t>
            </a:r>
            <a:r>
              <a:rPr sz="900" spc="-6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90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150cm.</a:t>
            </a:r>
            <a:endParaRPr sz="900" dirty="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refuerzo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el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Largo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Real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=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(N)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–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56,0cm.</a:t>
            </a:r>
            <a:endParaRPr sz="900" dirty="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puestos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sencillos</a:t>
            </a:r>
            <a:r>
              <a:rPr sz="9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60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 75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y</a:t>
            </a:r>
            <a:r>
              <a:rPr sz="900" spc="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dobles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120cm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150cm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usar</a:t>
            </a:r>
            <a:r>
              <a:rPr sz="900" spc="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pedestal</a:t>
            </a:r>
            <a:r>
              <a:rPr sz="900" spc="-4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profundidad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40cm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2KAL001000.</a:t>
            </a:r>
            <a:endParaRPr sz="900" dirty="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pedestales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profundidad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40cm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tienen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espacio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carpetas.</a:t>
            </a:r>
            <a:endParaRPr sz="900" dirty="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Cuando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se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requieran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remates,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solicitar</a:t>
            </a:r>
            <a:r>
              <a:rPr sz="900" spc="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con el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código</a:t>
            </a:r>
            <a:r>
              <a:rPr sz="900" spc="-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</a:t>
            </a:r>
            <a:r>
              <a:rPr sz="9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Nominal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(N)</a:t>
            </a:r>
            <a:r>
              <a:rPr sz="900" spc="-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inmediatamente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superior.</a:t>
            </a:r>
            <a:endParaRPr sz="900" dirty="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pintura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para</a:t>
            </a:r>
            <a:r>
              <a:rPr sz="900" spc="-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soporte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/</a:t>
            </a:r>
            <a:r>
              <a:rPr sz="900" spc="-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refuerzo.</a:t>
            </a:r>
            <a:endParaRPr sz="900" dirty="0">
              <a:latin typeface="Segoe UI Light"/>
              <a:cs typeface="Segoe U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0750" y="1117472"/>
            <a:ext cx="4019550" cy="5389880"/>
            <a:chOff x="620750" y="1117472"/>
            <a:chExt cx="4019550" cy="53898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9019" y="1117472"/>
              <a:ext cx="3541013" cy="24767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750" y="3523462"/>
              <a:ext cx="3770376" cy="29833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85999" y="2142108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7899" y="2796158"/>
              <a:ext cx="76200" cy="76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47899" y="2064258"/>
              <a:ext cx="76200" cy="762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95599" y="4807965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699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7499" y="5462015"/>
              <a:ext cx="76200" cy="76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57499" y="4730114"/>
              <a:ext cx="76200" cy="762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05199" y="2630677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67099" y="3284727"/>
              <a:ext cx="76200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67099" y="2552826"/>
              <a:ext cx="76200" cy="76200"/>
            </a:xfrm>
            <a:prstGeom prst="rect">
              <a:avLst/>
            </a:prstGeom>
          </p:spPr>
        </p:pic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239764" y="2377948"/>
          <a:ext cx="5502907" cy="170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1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marL="5080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SOPORTE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DUCTO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303530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280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r>
                        <a:rPr sz="11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8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39420" marR="179705" indent="-273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SOPORTE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DOBLE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2KSO342000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11.8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17.3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22000132904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39420" marR="112395" indent="-338455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SOPORTE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2KSO351000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13.8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0.9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22000132992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239764" y="979677"/>
          <a:ext cx="5492749" cy="1213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4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8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31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4150">
                <a:tc gridSpan="7">
                  <a:txBody>
                    <a:bodyPr/>
                    <a:lstStyle/>
                    <a:p>
                      <a:pPr marL="4445" algn="ctr">
                        <a:lnSpc>
                          <a:spcPts val="1275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REFUERZO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2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ts val="1310"/>
                        </a:lnSpc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22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84150">
                        <a:lnSpc>
                          <a:spcPts val="1310"/>
                        </a:lnSpc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1220"/>
                        </a:lnSpc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63830">
                        <a:lnSpc>
                          <a:spcPts val="1310"/>
                        </a:lnSpc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735" marR="19685" algn="ctr">
                        <a:lnSpc>
                          <a:spcPct val="100000"/>
                        </a:lnSpc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REFUERZO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SUPERFICIE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PEDESTAL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O</a:t>
                      </a:r>
                      <a:r>
                        <a:rPr sz="9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INTEGRACION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2KAC262000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44.0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15.5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22000132923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64.0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15.5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22000132924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94.0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spc="-20" dirty="0">
                          <a:latin typeface="Calibri"/>
                          <a:cs typeface="Calibri"/>
                        </a:rPr>
                        <a:t>15.5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3.5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22000132925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2068195" y="2870708"/>
            <a:ext cx="4432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Refuerzo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35300" y="3373373"/>
            <a:ext cx="692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Soporte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ducto</a:t>
            </a:r>
            <a:endParaRPr sz="900">
              <a:latin typeface="Segoe UI Light"/>
              <a:cs typeface="Segoe UI Light"/>
            </a:endParaRPr>
          </a:p>
          <a:p>
            <a:pPr marL="2540" algn="ctr">
              <a:lnSpc>
                <a:spcPct val="100000"/>
              </a:lnSpc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doble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46095" y="5523077"/>
            <a:ext cx="692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Soporte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ducto sencillo</a:t>
            </a:r>
            <a:endParaRPr sz="900">
              <a:latin typeface="Segoe UI Light"/>
              <a:cs typeface="Segoe UI Ligh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58814" y="1575866"/>
            <a:ext cx="917193" cy="56636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67475" y="2768295"/>
            <a:ext cx="699312" cy="66057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16827" y="3499561"/>
            <a:ext cx="383514" cy="555040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4BA62A-AB1D-366F-B0F8-BD212C16E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2A8FE77-BB9D-9E8F-FA3A-3465DC05C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73" y="1209301"/>
            <a:ext cx="2971801" cy="1932805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01359F0B-D346-1150-E14E-01FF3B8FE95A}"/>
              </a:ext>
            </a:extLst>
          </p:cNvPr>
          <p:cNvSpPr txBox="1"/>
          <p:nvPr/>
        </p:nvSpPr>
        <p:spPr>
          <a:xfrm>
            <a:off x="520614" y="1015508"/>
            <a:ext cx="191769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Sup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erficie</a:t>
            </a: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principal sin 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endParaRPr sz="900" dirty="0">
              <a:latin typeface="Segoe UI Light"/>
              <a:cs typeface="Segoe UI Light"/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1038A012-626C-B8F1-9EEC-826EB3428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628" y="1056266"/>
            <a:ext cx="3036884" cy="203555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D9CA0DC-A343-A014-A81D-179542DC026F}"/>
              </a:ext>
            </a:extLst>
          </p:cNvPr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BC51B16E-6F23-F4B2-7021-AB736F5003D4}"/>
              </a:ext>
            </a:extLst>
          </p:cNvPr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A952B43-4C19-79D9-E76D-E1418275DB84}"/>
                </a:ext>
              </a:extLst>
            </p:cNvPr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F2DF4C8-594A-7FAE-B7C2-BC718797B8D2}"/>
                </a:ext>
              </a:extLst>
            </p:cNvPr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64E5C82-A40D-6AB8-E25E-D9B90BADC3CB}"/>
                </a:ext>
              </a:extLst>
            </p:cNvPr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7A84FEEE-6CC9-3D5B-5BF0-F8DB046B9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175" dirty="0">
                <a:solidFill>
                  <a:srgbClr val="232323"/>
                </a:solidFill>
              </a:rPr>
              <a:t> </a:t>
            </a:r>
            <a:r>
              <a:rPr dirty="0">
                <a:solidFill>
                  <a:srgbClr val="232323"/>
                </a:solidFill>
              </a:rPr>
              <a:t>P</a:t>
            </a:r>
            <a:r>
              <a:rPr sz="2500" dirty="0"/>
              <a:t>lus</a:t>
            </a:r>
            <a:r>
              <a:rPr sz="2500" spc="60" dirty="0"/>
              <a:t> </a:t>
            </a:r>
            <a:r>
              <a:rPr lang="es-MX"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 Líder</a:t>
            </a:r>
            <a:endParaRPr sz="1400" dirty="0">
              <a:latin typeface="Segoe UI Light"/>
              <a:cs typeface="Segoe UI Ligh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95946DB-266F-7504-ED4D-B20759251D5B}"/>
              </a:ext>
            </a:extLst>
          </p:cNvPr>
          <p:cNvSpPr txBox="1"/>
          <p:nvPr/>
        </p:nvSpPr>
        <p:spPr>
          <a:xfrm>
            <a:off x="7371080" y="4906389"/>
            <a:ext cx="1911739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 Y RESTRICCIONES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384D952-DB09-FB1F-C89C-D9B3E7139B2F}"/>
              </a:ext>
            </a:extLst>
          </p:cNvPr>
          <p:cNvSpPr txBox="1"/>
          <p:nvPr/>
        </p:nvSpPr>
        <p:spPr>
          <a:xfrm>
            <a:off x="7201607" y="5095233"/>
            <a:ext cx="445665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Las dimensiónes Nominal (P-L) = Real.</a:t>
            </a: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Las Superficies principales son rematables en Largo (L) desde 150 hasta 180cm.</a:t>
            </a: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Las Superficies </a:t>
            </a: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principales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son rematables en Profundidad (P) desde 60 hasta 75cm.</a:t>
            </a:r>
            <a:endParaRPr lang="es-MX" sz="900" dirty="0">
              <a:solidFill>
                <a:srgbClr val="4D4D4D"/>
              </a:solidFill>
              <a:latin typeface="Segoe UI Light"/>
              <a:cs typeface="Segoe UI Light"/>
            </a:endParaRPr>
          </a:p>
          <a:p>
            <a:pPr marL="184785" indent="-172085">
              <a:buFont typeface="Arial"/>
              <a:buChar char="•"/>
              <a:tabLst>
                <a:tab pos="184785" algn="l"/>
              </a:tabLst>
            </a:pP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Las Superficies retorno son rematables en Largo (L) desde 90 hasta 100cm.</a:t>
            </a:r>
            <a:endParaRPr sz="900" dirty="0">
              <a:solidFill>
                <a:srgbClr val="4D4D4D"/>
              </a:solidFill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Cuando se requieran remates, solicitar con el código de la Nominal (N) inmediatamente superior.</a:t>
            </a:r>
            <a:endParaRPr lang="es-MX" sz="900" dirty="0">
              <a:solidFill>
                <a:srgbClr val="4D4D4D"/>
              </a:solidFill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lang="es-CO" sz="900" dirty="0">
                <a:solidFill>
                  <a:srgbClr val="4D4D4D"/>
                </a:solidFill>
                <a:latin typeface="Segoe UI Light"/>
                <a:cs typeface="Segoe UI Light"/>
              </a:rPr>
              <a:t>La perforación para Grommet debe indicarse como observación en el integrador tanto para la superficie principal como para la superficie retorno. </a:t>
            </a:r>
            <a:endParaRPr sz="900" dirty="0">
              <a:solidFill>
                <a:srgbClr val="4D4D4D"/>
              </a:solidFill>
              <a:latin typeface="Segoe UI Light"/>
              <a:cs typeface="Segoe UI Ligh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CBE12A2-C67B-79EC-B555-EBD30EEEE320}"/>
              </a:ext>
            </a:extLst>
          </p:cNvPr>
          <p:cNvSpPr/>
          <p:nvPr/>
        </p:nvSpPr>
        <p:spPr>
          <a:xfrm>
            <a:off x="2001011" y="4072140"/>
            <a:ext cx="129539" cy="182880"/>
          </a:xfrm>
          <a:custGeom>
            <a:avLst/>
            <a:gdLst/>
            <a:ahLst/>
            <a:cxnLst/>
            <a:rect l="l" t="t" r="r" b="b"/>
            <a:pathLst>
              <a:path w="129539" h="182879">
                <a:moveTo>
                  <a:pt x="129539" y="0"/>
                </a:moveTo>
                <a:lnTo>
                  <a:pt x="0" y="0"/>
                </a:lnTo>
                <a:lnTo>
                  <a:pt x="0" y="182740"/>
                </a:lnTo>
                <a:lnTo>
                  <a:pt x="129539" y="182740"/>
                </a:lnTo>
                <a:lnTo>
                  <a:pt x="129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6EB7AB8C-250E-B8FA-25D1-61F981117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359007"/>
              </p:ext>
            </p:extLst>
          </p:nvPr>
        </p:nvGraphicFramePr>
        <p:xfrm>
          <a:off x="7353300" y="1056266"/>
          <a:ext cx="4304966" cy="1685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7779548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623055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87825854"/>
                    </a:ext>
                  </a:extLst>
                </a:gridCol>
              </a:tblGrid>
              <a:tr h="184150">
                <a:tc gridSpan="5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SUPERFICIES </a:t>
                      </a: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PRINCIPALES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lang="es-CO" sz="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s-CO" sz="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lang="es-CO" sz="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lang="es-CO" sz="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-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s-CO" sz="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Formica</a:t>
                      </a:r>
                      <a:r>
                        <a:rPr lang="es-CO" sz="800" spc="5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s-CO" sz="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3.0cm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9535" marR="66675" indent="1968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r>
                        <a:rPr lang="es-CO"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>
                          <a:latin typeface="Calibri"/>
                          <a:cs typeface="Calibri"/>
                        </a:rPr>
                        <a:t>150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800" spc="-25">
                          <a:latin typeface="Calibri"/>
                          <a:cs typeface="Calibri"/>
                        </a:rPr>
                        <a:t>60</a:t>
                      </a:r>
                      <a:endParaRPr lang="es-CO"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22000136831</a:t>
                      </a:r>
                      <a:endParaRPr lang="es-CO"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22000136670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6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>
                          <a:latin typeface="Calibri"/>
                          <a:cs typeface="Calibri"/>
                        </a:rPr>
                        <a:t>150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MX" sz="800" spc="-25">
                          <a:latin typeface="Calibri"/>
                          <a:cs typeface="Calibri"/>
                        </a:rPr>
                        <a:t>75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CO" sz="800">
                          <a:latin typeface="+mn-lt"/>
                          <a:cs typeface="Calibri"/>
                        </a:rPr>
                        <a:t>22000136832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22000136671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>
                          <a:latin typeface="Calibri"/>
                          <a:cs typeface="Calibri"/>
                        </a:rPr>
                        <a:t>165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MX" sz="800" spc="-25">
                          <a:latin typeface="Calibri"/>
                          <a:cs typeface="Calibri"/>
                        </a:rPr>
                        <a:t>60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CO" sz="800">
                          <a:latin typeface="+mn-lt"/>
                          <a:cs typeface="Calibri"/>
                        </a:rPr>
                        <a:t>22000136833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>
                          <a:latin typeface="Calibri"/>
                          <a:cs typeface="Calibri"/>
                        </a:rPr>
                        <a:t>165</a:t>
                      </a:r>
                      <a:endParaRPr lang="es-MX" sz="800" dirty="0">
                        <a:latin typeface="+mn-lt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MX" sz="800" spc="-25">
                          <a:latin typeface="+mn-lt"/>
                          <a:cs typeface="Calibri"/>
                        </a:rPr>
                        <a:t>75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CO" sz="800">
                          <a:latin typeface="+mn-lt"/>
                          <a:cs typeface="Calibri"/>
                        </a:rPr>
                        <a:t>22000136834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>
                          <a:latin typeface="Calibri"/>
                          <a:cs typeface="Calibri"/>
                        </a:rPr>
                        <a:t>180</a:t>
                      </a:r>
                      <a:endParaRPr lang="es-MX" sz="800" dirty="0">
                        <a:latin typeface="+mn-lt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MX" sz="800" spc="-25">
                          <a:latin typeface="+mn-lt"/>
                          <a:cs typeface="Calibri"/>
                        </a:rPr>
                        <a:t>60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CO" sz="800">
                          <a:latin typeface="+mn-lt"/>
                          <a:cs typeface="Calibri"/>
                        </a:rPr>
                        <a:t>22000136835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180</a:t>
                      </a:r>
                      <a:endParaRPr lang="es-MX" sz="800" dirty="0">
                        <a:latin typeface="+mn-lt"/>
                        <a:cs typeface="Calibri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s-MX" sz="800" spc="-25" dirty="0">
                          <a:latin typeface="+mn-lt"/>
                          <a:cs typeface="Calibri"/>
                        </a:rPr>
                        <a:t>75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22000136836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6" name="object 16">
            <a:extLst>
              <a:ext uri="{FF2B5EF4-FFF2-40B4-BE49-F238E27FC236}">
                <a16:creationId xmlns:a16="http://schemas.microsoft.com/office/drawing/2014/main" id="{56A42FE6-E311-22FC-8FE9-8BA68EF5305C}"/>
              </a:ext>
            </a:extLst>
          </p:cNvPr>
          <p:cNvGrpSpPr/>
          <p:nvPr/>
        </p:nvGrpSpPr>
        <p:grpSpPr>
          <a:xfrm>
            <a:off x="1219200" y="1241215"/>
            <a:ext cx="76200" cy="808355"/>
            <a:chOff x="2196083" y="4762500"/>
            <a:chExt cx="76200" cy="808355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18E7ABDA-21D4-3205-A68F-46E21D659B4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5462777"/>
              <a:ext cx="76200" cy="107822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F650F64C-33C8-BC9C-7E72-B6A9B23AFE97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477FD209-F322-8F2C-C2C3-50B08D2AF68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pic>
        <p:nvPicPr>
          <p:cNvPr id="24" name="object 24">
            <a:extLst>
              <a:ext uri="{FF2B5EF4-FFF2-40B4-BE49-F238E27FC236}">
                <a16:creationId xmlns:a16="http://schemas.microsoft.com/office/drawing/2014/main" id="{E8C8D4A7-F23C-D4FE-2F24-F87655DD5E6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49928" y="2927985"/>
            <a:ext cx="65656" cy="76200"/>
          </a:xfrm>
          <a:prstGeom prst="rect">
            <a:avLst/>
          </a:prstGeom>
        </p:spPr>
      </p:pic>
      <p:sp>
        <p:nvSpPr>
          <p:cNvPr id="27" name="object 27">
            <a:extLst>
              <a:ext uri="{FF2B5EF4-FFF2-40B4-BE49-F238E27FC236}">
                <a16:creationId xmlns:a16="http://schemas.microsoft.com/office/drawing/2014/main" id="{2B64F790-CD10-187F-EE22-18E69D79F7F8}"/>
              </a:ext>
            </a:extLst>
          </p:cNvPr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E85FB679-209E-B18E-1958-1388E7E0955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19</a:t>
            </a: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5DD106CC-898D-2663-59AB-8483E0205404}"/>
              </a:ext>
            </a:extLst>
          </p:cNvPr>
          <p:cNvSpPr txBox="1"/>
          <p:nvPr/>
        </p:nvSpPr>
        <p:spPr>
          <a:xfrm>
            <a:off x="5631744" y="1016269"/>
            <a:ext cx="191769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Sup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erficie</a:t>
            </a: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retorno sin 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endParaRPr sz="900" dirty="0">
              <a:latin typeface="Segoe UI Light"/>
              <a:cs typeface="Segoe UI Light"/>
            </a:endParaRPr>
          </a:p>
        </p:txBody>
      </p:sp>
      <p:grpSp>
        <p:nvGrpSpPr>
          <p:cNvPr id="34" name="object 16">
            <a:extLst>
              <a:ext uri="{FF2B5EF4-FFF2-40B4-BE49-F238E27FC236}">
                <a16:creationId xmlns:a16="http://schemas.microsoft.com/office/drawing/2014/main" id="{95156115-9C64-5D54-1767-A7BA78BDBFED}"/>
              </a:ext>
            </a:extLst>
          </p:cNvPr>
          <p:cNvGrpSpPr/>
          <p:nvPr/>
        </p:nvGrpSpPr>
        <p:grpSpPr>
          <a:xfrm>
            <a:off x="6172200" y="1166831"/>
            <a:ext cx="76200" cy="808355"/>
            <a:chOff x="2196083" y="4762500"/>
            <a:chExt cx="76200" cy="808355"/>
          </a:xfrm>
        </p:grpSpPr>
        <p:pic>
          <p:nvPicPr>
            <p:cNvPr id="35" name="object 17">
              <a:extLst>
                <a:ext uri="{FF2B5EF4-FFF2-40B4-BE49-F238E27FC236}">
                  <a16:creationId xmlns:a16="http://schemas.microsoft.com/office/drawing/2014/main" id="{4C2205DD-AFC6-B17F-C5E0-C6EB36B5460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5462777"/>
              <a:ext cx="76200" cy="107822"/>
            </a:xfrm>
            <a:prstGeom prst="rect">
              <a:avLst/>
            </a:prstGeom>
          </p:spPr>
        </p:pic>
        <p:sp>
          <p:nvSpPr>
            <p:cNvPr id="36" name="object 18">
              <a:extLst>
                <a:ext uri="{FF2B5EF4-FFF2-40B4-BE49-F238E27FC236}">
                  <a16:creationId xmlns:a16="http://schemas.microsoft.com/office/drawing/2014/main" id="{A9AE764F-A488-4669-444C-EDFABB800EC7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19">
              <a:extLst>
                <a:ext uri="{FF2B5EF4-FFF2-40B4-BE49-F238E27FC236}">
                  <a16:creationId xmlns:a16="http://schemas.microsoft.com/office/drawing/2014/main" id="{9137B1A0-6164-D67C-002D-1975F606CAE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pic>
        <p:nvPicPr>
          <p:cNvPr id="39" name="Imagen 38">
            <a:extLst>
              <a:ext uri="{FF2B5EF4-FFF2-40B4-BE49-F238E27FC236}">
                <a16:creationId xmlns:a16="http://schemas.microsoft.com/office/drawing/2014/main" id="{E3BBF0C8-18C1-B3B7-9E42-2E35E345E7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640" y="3743765"/>
            <a:ext cx="2873782" cy="1873020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B702AEA3-9D79-FCD1-448A-A3DA382525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366" y="3451966"/>
            <a:ext cx="3124966" cy="2074731"/>
          </a:xfrm>
          <a:prstGeom prst="rect">
            <a:avLst/>
          </a:prstGeom>
        </p:spPr>
      </p:pic>
      <p:sp>
        <p:nvSpPr>
          <p:cNvPr id="42" name="object 13">
            <a:extLst>
              <a:ext uri="{FF2B5EF4-FFF2-40B4-BE49-F238E27FC236}">
                <a16:creationId xmlns:a16="http://schemas.microsoft.com/office/drawing/2014/main" id="{C9B3EC25-24EB-00A2-9BC1-BFB45794F7FF}"/>
              </a:ext>
            </a:extLst>
          </p:cNvPr>
          <p:cNvSpPr txBox="1"/>
          <p:nvPr/>
        </p:nvSpPr>
        <p:spPr>
          <a:xfrm>
            <a:off x="513723" y="3294107"/>
            <a:ext cx="214018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Sup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erficie</a:t>
            </a: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principal con caja para 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endParaRPr sz="900" dirty="0">
              <a:latin typeface="Segoe UI Light"/>
              <a:cs typeface="Segoe UI Light"/>
            </a:endParaRPr>
          </a:p>
        </p:txBody>
      </p:sp>
      <p:grpSp>
        <p:nvGrpSpPr>
          <p:cNvPr id="43" name="object 16">
            <a:extLst>
              <a:ext uri="{FF2B5EF4-FFF2-40B4-BE49-F238E27FC236}">
                <a16:creationId xmlns:a16="http://schemas.microsoft.com/office/drawing/2014/main" id="{3519D845-1A9C-FE86-0D68-70AC25BDFB85}"/>
              </a:ext>
            </a:extLst>
          </p:cNvPr>
          <p:cNvGrpSpPr/>
          <p:nvPr/>
        </p:nvGrpSpPr>
        <p:grpSpPr>
          <a:xfrm>
            <a:off x="1212309" y="3519814"/>
            <a:ext cx="76200" cy="808355"/>
            <a:chOff x="2196083" y="4762500"/>
            <a:chExt cx="76200" cy="808355"/>
          </a:xfrm>
        </p:grpSpPr>
        <p:pic>
          <p:nvPicPr>
            <p:cNvPr id="44" name="object 17">
              <a:extLst>
                <a:ext uri="{FF2B5EF4-FFF2-40B4-BE49-F238E27FC236}">
                  <a16:creationId xmlns:a16="http://schemas.microsoft.com/office/drawing/2014/main" id="{65985CF4-CC64-7990-8B63-A08ACBAFD1B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5462777"/>
              <a:ext cx="76200" cy="107822"/>
            </a:xfrm>
            <a:prstGeom prst="rect">
              <a:avLst/>
            </a:prstGeom>
          </p:spPr>
        </p:pic>
        <p:sp>
          <p:nvSpPr>
            <p:cNvPr id="45" name="object 18">
              <a:extLst>
                <a:ext uri="{FF2B5EF4-FFF2-40B4-BE49-F238E27FC236}">
                  <a16:creationId xmlns:a16="http://schemas.microsoft.com/office/drawing/2014/main" id="{4670AA2D-7479-1519-9841-B861C869D013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19">
              <a:extLst>
                <a:ext uri="{FF2B5EF4-FFF2-40B4-BE49-F238E27FC236}">
                  <a16:creationId xmlns:a16="http://schemas.microsoft.com/office/drawing/2014/main" id="{0483D980-D08C-90A7-09A0-73405189329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sp>
        <p:nvSpPr>
          <p:cNvPr id="47" name="object 13">
            <a:extLst>
              <a:ext uri="{FF2B5EF4-FFF2-40B4-BE49-F238E27FC236}">
                <a16:creationId xmlns:a16="http://schemas.microsoft.com/office/drawing/2014/main" id="{A292A466-ECF7-BC99-5F79-57D47D3FAB33}"/>
              </a:ext>
            </a:extLst>
          </p:cNvPr>
          <p:cNvSpPr txBox="1"/>
          <p:nvPr/>
        </p:nvSpPr>
        <p:spPr>
          <a:xfrm>
            <a:off x="5153421" y="3139763"/>
            <a:ext cx="206398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Sup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erficie</a:t>
            </a: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principal con caja para 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endParaRPr sz="900" dirty="0">
              <a:latin typeface="Segoe UI Light"/>
              <a:cs typeface="Segoe UI Light"/>
            </a:endParaRPr>
          </a:p>
        </p:txBody>
      </p:sp>
      <p:grpSp>
        <p:nvGrpSpPr>
          <p:cNvPr id="48" name="object 16">
            <a:extLst>
              <a:ext uri="{FF2B5EF4-FFF2-40B4-BE49-F238E27FC236}">
                <a16:creationId xmlns:a16="http://schemas.microsoft.com/office/drawing/2014/main" id="{431AEFCB-C61C-F05F-73EC-DA4CB3193854}"/>
              </a:ext>
            </a:extLst>
          </p:cNvPr>
          <p:cNvGrpSpPr/>
          <p:nvPr/>
        </p:nvGrpSpPr>
        <p:grpSpPr>
          <a:xfrm>
            <a:off x="6147313" y="3349212"/>
            <a:ext cx="76200" cy="808355"/>
            <a:chOff x="2196083" y="4762500"/>
            <a:chExt cx="76200" cy="808355"/>
          </a:xfrm>
        </p:grpSpPr>
        <p:pic>
          <p:nvPicPr>
            <p:cNvPr id="49" name="object 17">
              <a:extLst>
                <a:ext uri="{FF2B5EF4-FFF2-40B4-BE49-F238E27FC236}">
                  <a16:creationId xmlns:a16="http://schemas.microsoft.com/office/drawing/2014/main" id="{8AA363AE-07D4-B7B7-23AE-C0DB93B9461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5462777"/>
              <a:ext cx="76200" cy="107822"/>
            </a:xfrm>
            <a:prstGeom prst="rect">
              <a:avLst/>
            </a:prstGeom>
          </p:spPr>
        </p:pic>
        <p:sp>
          <p:nvSpPr>
            <p:cNvPr id="50" name="object 18">
              <a:extLst>
                <a:ext uri="{FF2B5EF4-FFF2-40B4-BE49-F238E27FC236}">
                  <a16:creationId xmlns:a16="http://schemas.microsoft.com/office/drawing/2014/main" id="{29EB8EB8-F52B-E2DD-C5F4-0AD00A8E24A4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19">
              <a:extLst>
                <a:ext uri="{FF2B5EF4-FFF2-40B4-BE49-F238E27FC236}">
                  <a16:creationId xmlns:a16="http://schemas.microsoft.com/office/drawing/2014/main" id="{2C4F6CB8-C611-926C-A98D-6DB72DD494D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graphicFrame>
        <p:nvGraphicFramePr>
          <p:cNvPr id="52" name="Tabla 51">
            <a:extLst>
              <a:ext uri="{FF2B5EF4-FFF2-40B4-BE49-F238E27FC236}">
                <a16:creationId xmlns:a16="http://schemas.microsoft.com/office/drawing/2014/main" id="{C4750A01-4A25-B74C-FC09-0AEE1CEC0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428542"/>
              </p:ext>
            </p:extLst>
          </p:nvPr>
        </p:nvGraphicFramePr>
        <p:xfrm>
          <a:off x="7353300" y="2743200"/>
          <a:ext cx="4304966" cy="20730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2766">
                  <a:extLst>
                    <a:ext uri="{9D8B030D-6E8A-4147-A177-3AD203B41FA5}">
                      <a16:colId xmlns:a16="http://schemas.microsoft.com/office/drawing/2014/main" val="427993579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8577292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95217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46094658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566802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47639094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SUPERFICIES</a:t>
                      </a: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RETORNO CON GROMMET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318101"/>
                  </a:ext>
                </a:extLst>
              </a:tr>
              <a:tr h="49339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s-CO" sz="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lang="es-CO" sz="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lang="es-CO"/>
                    </a:p>
                  </a:txBody>
                  <a:tcPr marL="0" marR="0" marT="5588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127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Formica</a:t>
                      </a:r>
                      <a:r>
                        <a:rPr lang="es-CO" sz="8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s-CO" sz="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3.0</a:t>
                      </a:r>
                      <a:r>
                        <a:rPr lang="es-CO" sz="800" spc="5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s-CO" sz="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cm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9535" marR="66675" indent="-508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Melamina</a:t>
                      </a:r>
                      <a:r>
                        <a:rPr lang="es-CO"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2.5cm</a:t>
                      </a:r>
                      <a:r>
                        <a:rPr lang="es-CO" sz="8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2KSU010270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936139"/>
                  </a:ext>
                </a:extLst>
              </a:tr>
              <a:tr h="40487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DERECHA</a:t>
                      </a:r>
                      <a:endParaRPr sz="8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spc="-25" dirty="0">
                          <a:latin typeface="Calibri"/>
                          <a:cs typeface="Calibri"/>
                        </a:rPr>
                        <a:t>60</a:t>
                      </a:r>
                      <a:endParaRPr lang="es-CO" dirty="0"/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90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22000135017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22000136676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436934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spc="-25" dirty="0">
                          <a:latin typeface="Calibri"/>
                          <a:cs typeface="Calibri"/>
                        </a:rPr>
                        <a:t>60</a:t>
                      </a:r>
                      <a:endParaRPr lang="es-CO" dirty="0"/>
                    </a:p>
                  </a:txBody>
                  <a:tcPr marL="0" marR="0" marT="2286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MX" sz="800" spc="-25">
                          <a:latin typeface="Calibri"/>
                          <a:cs typeface="Calibri"/>
                        </a:rPr>
                        <a:t>100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22000135018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 fontAlgn="ctr">
                        <a:lnSpc>
                          <a:spcPct val="100000"/>
                        </a:lnSpc>
                        <a:spcBef>
                          <a:spcPts val="175"/>
                        </a:spcBef>
                        <a:buNone/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16292"/>
                  </a:ext>
                </a:extLst>
              </a:tr>
              <a:tr h="35433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IZQUIERDA</a:t>
                      </a:r>
                      <a:endParaRPr sz="8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spc="-25" dirty="0">
                          <a:latin typeface="+mn-lt"/>
                          <a:cs typeface="Calibri"/>
                        </a:rPr>
                        <a:t>60</a:t>
                      </a:r>
                      <a:endParaRPr lang="es-CO" dirty="0"/>
                    </a:p>
                  </a:txBody>
                  <a:tcPr marL="0" marR="0" marT="2286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MX" sz="800">
                          <a:latin typeface="Calibri"/>
                          <a:cs typeface="Calibri"/>
                        </a:rPr>
                        <a:t>90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22000135019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 fontAlgn="ctr">
                        <a:lnSpc>
                          <a:spcPct val="100000"/>
                        </a:lnSpc>
                        <a:spcBef>
                          <a:spcPts val="175"/>
                        </a:spcBef>
                        <a:buNone/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1483"/>
                  </a:ext>
                </a:extLst>
              </a:tr>
              <a:tr h="33147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dirty="0">
                          <a:latin typeface="Calibri"/>
                          <a:cs typeface="Calibri"/>
                        </a:rPr>
                        <a:t>60</a:t>
                      </a:r>
                      <a:endParaRPr lang="es-CO" dirty="0"/>
                    </a:p>
                  </a:txBody>
                  <a:tcPr marL="0" marR="0" marT="2286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100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22000135020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 fontAlgn="ctr">
                        <a:lnSpc>
                          <a:spcPct val="100000"/>
                        </a:lnSpc>
                        <a:spcBef>
                          <a:spcPts val="175"/>
                        </a:spcBef>
                        <a:buNone/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012990"/>
                  </a:ext>
                </a:extLst>
              </a:tr>
            </a:tbl>
          </a:graphicData>
        </a:graphic>
      </p:graphicFrame>
      <p:pic>
        <p:nvPicPr>
          <p:cNvPr id="54" name="Imagen 53">
            <a:extLst>
              <a:ext uri="{FF2B5EF4-FFF2-40B4-BE49-F238E27FC236}">
                <a16:creationId xmlns:a16="http://schemas.microsoft.com/office/drawing/2014/main" id="{B62C28BE-4A98-72F7-FBCD-832BB35532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8639" y="1867108"/>
            <a:ext cx="1586359" cy="539362"/>
          </a:xfrm>
          <a:prstGeom prst="rect">
            <a:avLst/>
          </a:prstGeom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6A6F80DC-E1BE-9E35-7ACF-106B71FB34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970274" y="4157423"/>
            <a:ext cx="976376" cy="648313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820DA5C3-C8E4-F09D-1961-AE40E99E6E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 flipH="1">
            <a:off x="7934711" y="3442277"/>
            <a:ext cx="976376" cy="64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50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F7B345-62DE-811D-DABF-AB0A618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34">
            <a:extLst>
              <a:ext uri="{FF2B5EF4-FFF2-40B4-BE49-F238E27FC236}">
                <a16:creationId xmlns:a16="http://schemas.microsoft.com/office/drawing/2014/main" id="{9882ABB5-1023-ABEE-9C4B-C6A109AF4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89" y="1269542"/>
            <a:ext cx="2982344" cy="1979509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D11BE6E1-3B2B-5ED5-DE2F-9F6AA6056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095" y="1294532"/>
            <a:ext cx="2881867" cy="190441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4C740C3A-13D6-7B79-4ACB-94246264A951}"/>
              </a:ext>
            </a:extLst>
          </p:cNvPr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18012D07-E926-1386-C5AC-1EBE18CFF538}"/>
              </a:ext>
            </a:extLst>
          </p:cNvPr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899CA09-1829-DB30-15D3-AC516922A36F}"/>
                </a:ext>
              </a:extLst>
            </p:cNvPr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6B239C4-2DD1-148D-653D-83D4982FF839}"/>
                </a:ext>
              </a:extLst>
            </p:cNvPr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2A2406E-D3D0-6ECA-DEE5-5CB8A88B5059}"/>
                </a:ext>
              </a:extLst>
            </p:cNvPr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71743E47-9284-3E72-20CD-FA0C12FD1F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175" dirty="0">
                <a:solidFill>
                  <a:srgbClr val="232323"/>
                </a:solidFill>
              </a:rPr>
              <a:t> </a:t>
            </a:r>
            <a:r>
              <a:rPr dirty="0">
                <a:solidFill>
                  <a:srgbClr val="232323"/>
                </a:solidFill>
              </a:rPr>
              <a:t>P</a:t>
            </a:r>
            <a:r>
              <a:rPr sz="2500" dirty="0"/>
              <a:t>lus</a:t>
            </a:r>
            <a:r>
              <a:rPr sz="2500" spc="60" dirty="0"/>
              <a:t> </a:t>
            </a:r>
            <a:r>
              <a:rPr lang="es-MX"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 Líder</a:t>
            </a:r>
            <a:endParaRPr sz="1400" dirty="0">
              <a:latin typeface="Segoe UI Light"/>
              <a:cs typeface="Segoe UI Ligh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F9CEEE9-724C-66E9-E333-A14B541EB132}"/>
              </a:ext>
            </a:extLst>
          </p:cNvPr>
          <p:cNvSpPr txBox="1"/>
          <p:nvPr/>
        </p:nvSpPr>
        <p:spPr>
          <a:xfrm>
            <a:off x="495300" y="5740607"/>
            <a:ext cx="185247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 Y RESTRICCIONES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4D5586E-77CB-6A7E-D09C-B71771DB00ED}"/>
              </a:ext>
            </a:extLst>
          </p:cNvPr>
          <p:cNvSpPr txBox="1"/>
          <p:nvPr/>
        </p:nvSpPr>
        <p:spPr>
          <a:xfrm>
            <a:off x="213303" y="5933566"/>
            <a:ext cx="8222037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Para el puesto líder con superficie principal SIN caja </a:t>
            </a:r>
            <a:r>
              <a:rPr lang="es-MX" sz="900" dirty="0" err="1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 se debe utilizar la viga de largo nominal igual al largo nominal de la superficie principal.</a:t>
            </a:r>
          </a:p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Para el puesto líder con superficie principal CON caja </a:t>
            </a:r>
            <a:r>
              <a:rPr lang="es-MX" sz="900" dirty="0" err="1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 se debe utilizar la viga de largo nominal 15cm menor que el largo nominal de la superficie principal.</a:t>
            </a:r>
            <a:endParaRPr sz="900" dirty="0">
              <a:solidFill>
                <a:srgbClr val="4D4D4D"/>
              </a:solidFill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Las </a:t>
            </a: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vigas son rematables en largo (L) desde 150cm hasta 180cm.</a:t>
            </a:r>
            <a:endParaRPr sz="900" dirty="0">
              <a:solidFill>
                <a:srgbClr val="4D4D4D"/>
              </a:solidFill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La caja tomas tiene 3 </a:t>
            </a:r>
            <a:r>
              <a:rPr lang="es-MX" sz="900" dirty="0" err="1">
                <a:solidFill>
                  <a:srgbClr val="4D4D4D"/>
                </a:solidFill>
                <a:latin typeface="Segoe UI Light"/>
                <a:cs typeface="Segoe UI Light"/>
              </a:rPr>
              <a:t>pre-troqueles</a:t>
            </a: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 2x4.</a:t>
            </a:r>
            <a:endParaRPr sz="900" dirty="0">
              <a:solidFill>
                <a:srgbClr val="4D4D4D"/>
              </a:solidFill>
              <a:latin typeface="Segoe UI Light"/>
              <a:cs typeface="Segoe UI Light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D83B79C-987C-4964-4519-1241C51F412E}"/>
              </a:ext>
            </a:extLst>
          </p:cNvPr>
          <p:cNvSpPr txBox="1"/>
          <p:nvPr/>
        </p:nvSpPr>
        <p:spPr>
          <a:xfrm>
            <a:off x="762000" y="955829"/>
            <a:ext cx="164812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Viga refuerzo para superficie principal con 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endParaRPr sz="900" dirty="0">
              <a:latin typeface="Segoe UI Light"/>
              <a:cs typeface="Segoe UI Ligh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200D97F-BFE8-7D27-9E48-B935C0874B09}"/>
              </a:ext>
            </a:extLst>
          </p:cNvPr>
          <p:cNvSpPr/>
          <p:nvPr/>
        </p:nvSpPr>
        <p:spPr>
          <a:xfrm>
            <a:off x="2001011" y="4072140"/>
            <a:ext cx="129539" cy="182880"/>
          </a:xfrm>
          <a:custGeom>
            <a:avLst/>
            <a:gdLst/>
            <a:ahLst/>
            <a:cxnLst/>
            <a:rect l="l" t="t" r="r" b="b"/>
            <a:pathLst>
              <a:path w="129539" h="182879">
                <a:moveTo>
                  <a:pt x="129539" y="0"/>
                </a:moveTo>
                <a:lnTo>
                  <a:pt x="0" y="0"/>
                </a:lnTo>
                <a:lnTo>
                  <a:pt x="0" y="182740"/>
                </a:lnTo>
                <a:lnTo>
                  <a:pt x="129539" y="182740"/>
                </a:lnTo>
                <a:lnTo>
                  <a:pt x="129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7A24CE50-3434-B82C-9D00-CAAD8C3E1DD7}"/>
              </a:ext>
            </a:extLst>
          </p:cNvPr>
          <p:cNvGrpSpPr/>
          <p:nvPr/>
        </p:nvGrpSpPr>
        <p:grpSpPr>
          <a:xfrm>
            <a:off x="1292656" y="1260016"/>
            <a:ext cx="76200" cy="808355"/>
            <a:chOff x="2196083" y="4762500"/>
            <a:chExt cx="76200" cy="808355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FC46AE9E-47B9-8B87-F87E-03A7196F88B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6083" y="5462777"/>
              <a:ext cx="76200" cy="107822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8D72C300-699E-D6EA-BBCA-3838D3066A80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71F389B7-2C61-AEB5-AC74-ECABCA60EE2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pic>
        <p:nvPicPr>
          <p:cNvPr id="24" name="object 24">
            <a:extLst>
              <a:ext uri="{FF2B5EF4-FFF2-40B4-BE49-F238E27FC236}">
                <a16:creationId xmlns:a16="http://schemas.microsoft.com/office/drawing/2014/main" id="{3C5A55E3-C732-E018-0933-BAAEE600FEF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49928" y="2927985"/>
            <a:ext cx="65656" cy="76200"/>
          </a:xfrm>
          <a:prstGeom prst="rect">
            <a:avLst/>
          </a:prstGeom>
        </p:spPr>
      </p:pic>
      <p:sp>
        <p:nvSpPr>
          <p:cNvPr id="27" name="object 27">
            <a:extLst>
              <a:ext uri="{FF2B5EF4-FFF2-40B4-BE49-F238E27FC236}">
                <a16:creationId xmlns:a16="http://schemas.microsoft.com/office/drawing/2014/main" id="{43708099-2D7A-D1CB-18EB-B306BF1191A7}"/>
              </a:ext>
            </a:extLst>
          </p:cNvPr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613FD73F-6F95-EA69-B2CF-D39B618B779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19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3D5BBE3-C98F-BD95-F775-F35E76312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245607"/>
              </p:ext>
            </p:extLst>
          </p:nvPr>
        </p:nvGraphicFramePr>
        <p:xfrm>
          <a:off x="8610600" y="742786"/>
          <a:ext cx="3048000" cy="1159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956">
                  <a:extLst>
                    <a:ext uri="{9D8B030D-6E8A-4147-A177-3AD203B41FA5}">
                      <a16:colId xmlns:a16="http://schemas.microsoft.com/office/drawing/2014/main" val="1679655706"/>
                    </a:ext>
                  </a:extLst>
                </a:gridCol>
                <a:gridCol w="657453">
                  <a:extLst>
                    <a:ext uri="{9D8B030D-6E8A-4147-A177-3AD203B41FA5}">
                      <a16:colId xmlns:a16="http://schemas.microsoft.com/office/drawing/2014/main" val="3277779690"/>
                    </a:ext>
                  </a:extLst>
                </a:gridCol>
                <a:gridCol w="359103">
                  <a:extLst>
                    <a:ext uri="{9D8B030D-6E8A-4147-A177-3AD203B41FA5}">
                      <a16:colId xmlns:a16="http://schemas.microsoft.com/office/drawing/2014/main" val="2596127649"/>
                    </a:ext>
                  </a:extLst>
                </a:gridCol>
                <a:gridCol w="359103">
                  <a:extLst>
                    <a:ext uri="{9D8B030D-6E8A-4147-A177-3AD203B41FA5}">
                      <a16:colId xmlns:a16="http://schemas.microsoft.com/office/drawing/2014/main" val="263916547"/>
                    </a:ext>
                  </a:extLst>
                </a:gridCol>
                <a:gridCol w="646385">
                  <a:extLst>
                    <a:ext uri="{9D8B030D-6E8A-4147-A177-3AD203B41FA5}">
                      <a16:colId xmlns:a16="http://schemas.microsoft.com/office/drawing/2014/main" val="3694464399"/>
                    </a:ext>
                  </a:extLst>
                </a:gridCol>
              </a:tblGrid>
              <a:tr h="184150">
                <a:tc gridSpan="5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VIGA DE REFUERZO PARA SUPERFICIE PRINCIPAL CON CAJA TOMAS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187215"/>
                  </a:ext>
                </a:extLst>
              </a:tr>
              <a:tr h="129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NOMINAL SUP PRINCIPAL        (cm)</a:t>
                      </a:r>
                      <a:endParaRPr lang="es-MX" sz="800" dirty="0">
                        <a:latin typeface="+mn-lt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endParaRPr lang="es-MX" sz="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lang="es-CO" sz="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s-CO" sz="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lang="es-CO" sz="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lang="es-CO" sz="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-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77800"/>
                  </a:ext>
                </a:extLst>
              </a:tr>
              <a:tr h="97274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150</a:t>
                      </a:r>
                      <a:endParaRPr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032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126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5</a:t>
                      </a:r>
                      <a:endParaRPr lang="es-CO"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dirty="0"/>
                        <a:t>22000137117</a:t>
                      </a:r>
                      <a:endParaRPr lang="es-CO"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549387"/>
                  </a:ext>
                </a:extLst>
              </a:tr>
              <a:tr h="1055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165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141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CO" sz="800" dirty="0"/>
                        <a:t>22000132416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7258607"/>
                  </a:ext>
                </a:extLst>
              </a:tr>
              <a:tr h="1137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180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156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CO" sz="800" dirty="0"/>
                        <a:t>22000136966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577190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2B37C85-8D05-EAF3-5A1C-EEEF87E11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796329"/>
              </p:ext>
            </p:extLst>
          </p:nvPr>
        </p:nvGraphicFramePr>
        <p:xfrm>
          <a:off x="8610600" y="1999874"/>
          <a:ext cx="3050744" cy="1049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3460">
                  <a:extLst>
                    <a:ext uri="{9D8B030D-6E8A-4147-A177-3AD203B41FA5}">
                      <a16:colId xmlns:a16="http://schemas.microsoft.com/office/drawing/2014/main" val="1679655706"/>
                    </a:ext>
                  </a:extLst>
                </a:gridCol>
                <a:gridCol w="672693">
                  <a:extLst>
                    <a:ext uri="{9D8B030D-6E8A-4147-A177-3AD203B41FA5}">
                      <a16:colId xmlns:a16="http://schemas.microsoft.com/office/drawing/2014/main" val="4074052315"/>
                    </a:ext>
                  </a:extLst>
                </a:gridCol>
                <a:gridCol w="359103">
                  <a:extLst>
                    <a:ext uri="{9D8B030D-6E8A-4147-A177-3AD203B41FA5}">
                      <a16:colId xmlns:a16="http://schemas.microsoft.com/office/drawing/2014/main" val="2596127649"/>
                    </a:ext>
                  </a:extLst>
                </a:gridCol>
                <a:gridCol w="359103">
                  <a:extLst>
                    <a:ext uri="{9D8B030D-6E8A-4147-A177-3AD203B41FA5}">
                      <a16:colId xmlns:a16="http://schemas.microsoft.com/office/drawing/2014/main" val="263916547"/>
                    </a:ext>
                  </a:extLst>
                </a:gridCol>
                <a:gridCol w="646385">
                  <a:extLst>
                    <a:ext uri="{9D8B030D-6E8A-4147-A177-3AD203B41FA5}">
                      <a16:colId xmlns:a16="http://schemas.microsoft.com/office/drawing/2014/main" val="3694464399"/>
                    </a:ext>
                  </a:extLst>
                </a:gridCol>
              </a:tblGrid>
              <a:tr h="184150">
                <a:tc gridSpan="5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VIGA DE REFUERZO PARA SUPERFICIE PRINCIPAL SIN CAJA TOMAS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187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NOMINAL SUP PRINCIPAL        (cm)</a:t>
                      </a:r>
                      <a:endParaRPr lang="es-MX" sz="800" dirty="0">
                        <a:latin typeface="+mn-lt"/>
                        <a:cs typeface="Calibri"/>
                      </a:endParaRPr>
                    </a:p>
                  </a:txBody>
                  <a:tcPr marL="0" marR="0" marT="5524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-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334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77800"/>
                  </a:ext>
                </a:extLst>
              </a:tr>
              <a:tr h="147526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150</a:t>
                      </a:r>
                      <a:endParaRPr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032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141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5</a:t>
                      </a:r>
                      <a:endParaRPr lang="es-CO"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dirty="0"/>
                        <a:t>22000132416</a:t>
                      </a:r>
                      <a:endParaRPr lang="es-CO"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549387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165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156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CO" sz="800" dirty="0"/>
                        <a:t>22000136966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7258607"/>
                  </a:ext>
                </a:extLst>
              </a:tr>
              <a:tr h="973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180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171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s-CO" sz="800" dirty="0"/>
                        <a:t>22000136965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577190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6E1BFA6-3992-757E-E5B5-917B9DDAE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185006"/>
              </p:ext>
            </p:extLst>
          </p:nvPr>
        </p:nvGraphicFramePr>
        <p:xfrm>
          <a:off x="8610600" y="4873486"/>
          <a:ext cx="3086100" cy="1283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490220505"/>
                    </a:ext>
                  </a:extLst>
                </a:gridCol>
                <a:gridCol w="590601">
                  <a:extLst>
                    <a:ext uri="{9D8B030D-6E8A-4147-A177-3AD203B41FA5}">
                      <a16:colId xmlns:a16="http://schemas.microsoft.com/office/drawing/2014/main" val="18257501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59775120"/>
                    </a:ext>
                  </a:extLst>
                </a:gridCol>
                <a:gridCol w="666699">
                  <a:extLst>
                    <a:ext uri="{9D8B030D-6E8A-4147-A177-3AD203B41FA5}">
                      <a16:colId xmlns:a16="http://schemas.microsoft.com/office/drawing/2014/main" val="3855524669"/>
                    </a:ext>
                  </a:extLst>
                </a:gridCol>
              </a:tblGrid>
              <a:tr h="246502">
                <a:tc gridSpan="4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CAJA TOMAS PARA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SUPERFICIES</a:t>
                      </a: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RETORNO CON GROMMET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78137"/>
                  </a:ext>
                </a:extLst>
              </a:tr>
              <a:tr h="413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r>
                        <a:rPr lang="es-CO" sz="800" spc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lang="es-CO" dirty="0"/>
                    </a:p>
                  </a:txBody>
                  <a:tcPr marL="0" marR="0" marT="5588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r>
                        <a:rPr lang="es-CO" sz="800" spc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127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ODIGO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820586"/>
                  </a:ext>
                </a:extLst>
              </a:tr>
              <a:tr h="6230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DERECHA</a:t>
                      </a:r>
                      <a:endParaRPr sz="8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spc="-25" dirty="0">
                          <a:latin typeface="Calibri"/>
                          <a:cs typeface="Calibri"/>
                        </a:rPr>
                        <a:t>60</a:t>
                      </a:r>
                      <a:endParaRPr lang="es-CO" dirty="0"/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90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22000135010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307135"/>
                  </a:ext>
                </a:extLst>
              </a:tr>
            </a:tbl>
          </a:graphicData>
        </a:graphic>
      </p:graphicFrame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1A1746E7-5EE7-7772-7096-B54DF5B13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092740"/>
              </p:ext>
            </p:extLst>
          </p:nvPr>
        </p:nvGraphicFramePr>
        <p:xfrm>
          <a:off x="8610600" y="3267323"/>
          <a:ext cx="3077677" cy="14566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93216754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77067138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401787918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3589927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16905666"/>
                    </a:ext>
                  </a:extLst>
                </a:gridCol>
                <a:gridCol w="715477">
                  <a:extLst>
                    <a:ext uri="{9D8B030D-6E8A-4147-A177-3AD203B41FA5}">
                      <a16:colId xmlns:a16="http://schemas.microsoft.com/office/drawing/2014/main" val="650708830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GROMMET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705073"/>
                  </a:ext>
                </a:extLst>
              </a:tr>
              <a:tr h="35852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lang="es-CO" dirty="0"/>
                    </a:p>
                  </a:txBody>
                  <a:tcPr marL="0" marR="0" marT="5588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127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PINTADO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9535" marR="66675" indent="-508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ANODIZADO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14723"/>
                  </a:ext>
                </a:extLst>
              </a:tr>
              <a:tr h="4965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ALUMINIO</a:t>
                      </a:r>
                      <a:endParaRPr sz="8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spc="-25" dirty="0">
                          <a:latin typeface="Calibri"/>
                          <a:cs typeface="Calibri"/>
                        </a:rPr>
                        <a:t>10</a:t>
                      </a:r>
                      <a:endParaRPr lang="es-CO" dirty="0"/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50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800" spc="-10" dirty="0">
                          <a:latin typeface="+mn-lt"/>
                          <a:cs typeface="Calibri"/>
                        </a:rPr>
                        <a:t>22000116523</a:t>
                      </a:r>
                      <a:endParaRPr lang="es-CO" sz="800" dirty="0">
                        <a:latin typeface="+mn-lt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800" spc="-10" dirty="0">
                          <a:latin typeface="+mn-lt"/>
                          <a:cs typeface="Calibri"/>
                        </a:rPr>
                        <a:t>22000023626</a:t>
                      </a:r>
                      <a:endParaRPr lang="es-CO" sz="800" dirty="0">
                        <a:latin typeface="+mn-lt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06142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LAMINA</a:t>
                      </a:r>
                      <a:endParaRPr sz="8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spc="-25" dirty="0">
                          <a:latin typeface="+mn-lt"/>
                          <a:cs typeface="Calibri"/>
                        </a:rPr>
                        <a:t>10</a:t>
                      </a:r>
                      <a:endParaRPr lang="es-CO" dirty="0"/>
                    </a:p>
                  </a:txBody>
                  <a:tcPr marL="0" marR="0" marT="2286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50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800" spc="-10" dirty="0">
                          <a:latin typeface="+mn-lt"/>
                          <a:cs typeface="Calibri"/>
                        </a:rPr>
                        <a:t>22000133769</a:t>
                      </a:r>
                      <a:endParaRPr lang="es-CO" sz="800" dirty="0">
                        <a:latin typeface="+mn-lt"/>
                        <a:cs typeface="Calibri"/>
                      </a:endParaRPr>
                    </a:p>
                  </a:txBody>
                  <a:tcPr marL="0" marR="0" marT="2286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 fontAlgn="ctr">
                        <a:lnSpc>
                          <a:spcPct val="100000"/>
                        </a:lnSpc>
                        <a:spcBef>
                          <a:spcPts val="175"/>
                        </a:spcBef>
                        <a:buNone/>
                      </a:pPr>
                      <a:r>
                        <a:rPr lang="es-MX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N</a:t>
                      </a: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/A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219649"/>
                  </a:ext>
                </a:extLst>
              </a:tr>
            </a:tbl>
          </a:graphicData>
        </a:graphic>
      </p:graphicFrame>
      <p:pic>
        <p:nvPicPr>
          <p:cNvPr id="30" name="object 10">
            <a:extLst>
              <a:ext uri="{FF2B5EF4-FFF2-40B4-BE49-F238E27FC236}">
                <a16:creationId xmlns:a16="http://schemas.microsoft.com/office/drawing/2014/main" id="{0AD60B91-B70C-BBB8-8BE7-438840E6F67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 flipH="1">
            <a:off x="8745244" y="3940705"/>
            <a:ext cx="759968" cy="361226"/>
          </a:xfrm>
          <a:prstGeom prst="rect">
            <a:avLst/>
          </a:prstGeom>
        </p:spPr>
      </p:pic>
      <p:pic>
        <p:nvPicPr>
          <p:cNvPr id="31" name="object 12">
            <a:extLst>
              <a:ext uri="{FF2B5EF4-FFF2-40B4-BE49-F238E27FC236}">
                <a16:creationId xmlns:a16="http://schemas.microsoft.com/office/drawing/2014/main" id="{1D1936C6-343F-EA16-73C9-F4D0296CBC53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 flipH="1">
            <a:off x="8686800" y="4378347"/>
            <a:ext cx="759968" cy="322726"/>
          </a:xfrm>
          <a:prstGeom prst="rect">
            <a:avLst/>
          </a:prstGeom>
        </p:spPr>
      </p:pic>
      <p:grpSp>
        <p:nvGrpSpPr>
          <p:cNvPr id="36" name="object 16">
            <a:extLst>
              <a:ext uri="{FF2B5EF4-FFF2-40B4-BE49-F238E27FC236}">
                <a16:creationId xmlns:a16="http://schemas.microsoft.com/office/drawing/2014/main" id="{0ED670FA-3581-FCD4-E94D-5D0641866F12}"/>
              </a:ext>
            </a:extLst>
          </p:cNvPr>
          <p:cNvGrpSpPr/>
          <p:nvPr/>
        </p:nvGrpSpPr>
        <p:grpSpPr>
          <a:xfrm>
            <a:off x="4547619" y="1219750"/>
            <a:ext cx="76200" cy="808355"/>
            <a:chOff x="2196083" y="4762500"/>
            <a:chExt cx="76200" cy="808355"/>
          </a:xfrm>
        </p:grpSpPr>
        <p:pic>
          <p:nvPicPr>
            <p:cNvPr id="37" name="object 17">
              <a:extLst>
                <a:ext uri="{FF2B5EF4-FFF2-40B4-BE49-F238E27FC236}">
                  <a16:creationId xmlns:a16="http://schemas.microsoft.com/office/drawing/2014/main" id="{0DCEEB2F-6247-C777-24F8-67A00BEE7BD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6083" y="5462777"/>
              <a:ext cx="76200" cy="107822"/>
            </a:xfrm>
            <a:prstGeom prst="rect">
              <a:avLst/>
            </a:prstGeom>
          </p:spPr>
        </p:pic>
        <p:sp>
          <p:nvSpPr>
            <p:cNvPr id="38" name="object 18">
              <a:extLst>
                <a:ext uri="{FF2B5EF4-FFF2-40B4-BE49-F238E27FC236}">
                  <a16:creationId xmlns:a16="http://schemas.microsoft.com/office/drawing/2014/main" id="{FE83412A-4F93-4B6C-0BB5-B2F1FB9EE8F1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19">
              <a:extLst>
                <a:ext uri="{FF2B5EF4-FFF2-40B4-BE49-F238E27FC236}">
                  <a16:creationId xmlns:a16="http://schemas.microsoft.com/office/drawing/2014/main" id="{9129CDED-086A-8A77-20AC-6695D0B1AB6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sp>
        <p:nvSpPr>
          <p:cNvPr id="40" name="object 13">
            <a:extLst>
              <a:ext uri="{FF2B5EF4-FFF2-40B4-BE49-F238E27FC236}">
                <a16:creationId xmlns:a16="http://schemas.microsoft.com/office/drawing/2014/main" id="{B2C54112-49DD-E80A-542C-58562DAD2F7D}"/>
              </a:ext>
            </a:extLst>
          </p:cNvPr>
          <p:cNvSpPr txBox="1"/>
          <p:nvPr/>
        </p:nvSpPr>
        <p:spPr>
          <a:xfrm>
            <a:off x="4038600" y="920031"/>
            <a:ext cx="131737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Viga refuerzo para superficie principal sin 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endParaRPr sz="900" dirty="0">
              <a:latin typeface="Segoe UI Light"/>
              <a:cs typeface="Segoe UI Light"/>
            </a:endParaRP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F745A34F-43DA-6A46-6069-3CAACB45F5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489" y="3719997"/>
            <a:ext cx="2990204" cy="2003798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4D631A8B-2143-6DA9-5190-B31ACBDD19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4305" y="3494755"/>
            <a:ext cx="2946497" cy="1975602"/>
          </a:xfrm>
          <a:prstGeom prst="rect">
            <a:avLst/>
          </a:prstGeom>
        </p:spPr>
      </p:pic>
      <p:sp>
        <p:nvSpPr>
          <p:cNvPr id="45" name="object 13">
            <a:extLst>
              <a:ext uri="{FF2B5EF4-FFF2-40B4-BE49-F238E27FC236}">
                <a16:creationId xmlns:a16="http://schemas.microsoft.com/office/drawing/2014/main" id="{0EF53678-9CE2-EE38-4F4B-1853126BCEEA}"/>
              </a:ext>
            </a:extLst>
          </p:cNvPr>
          <p:cNvSpPr txBox="1"/>
          <p:nvPr/>
        </p:nvSpPr>
        <p:spPr>
          <a:xfrm>
            <a:off x="2454870" y="3444936"/>
            <a:ext cx="1648126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Caja 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endParaRPr sz="900" dirty="0">
              <a:latin typeface="Segoe UI Light"/>
              <a:cs typeface="Segoe UI Light"/>
            </a:endParaRPr>
          </a:p>
        </p:txBody>
      </p:sp>
      <p:grpSp>
        <p:nvGrpSpPr>
          <p:cNvPr id="46" name="object 16">
            <a:extLst>
              <a:ext uri="{FF2B5EF4-FFF2-40B4-BE49-F238E27FC236}">
                <a16:creationId xmlns:a16="http://schemas.microsoft.com/office/drawing/2014/main" id="{8A60315A-DDD4-5BDD-20D1-BEF6FFFD0CB4}"/>
              </a:ext>
            </a:extLst>
          </p:cNvPr>
          <p:cNvGrpSpPr/>
          <p:nvPr/>
        </p:nvGrpSpPr>
        <p:grpSpPr>
          <a:xfrm>
            <a:off x="2722521" y="3623731"/>
            <a:ext cx="76200" cy="601690"/>
            <a:chOff x="2196083" y="4763569"/>
            <a:chExt cx="76200" cy="807030"/>
          </a:xfrm>
        </p:grpSpPr>
        <p:pic>
          <p:nvPicPr>
            <p:cNvPr id="47" name="object 17">
              <a:extLst>
                <a:ext uri="{FF2B5EF4-FFF2-40B4-BE49-F238E27FC236}">
                  <a16:creationId xmlns:a16="http://schemas.microsoft.com/office/drawing/2014/main" id="{7A00C109-8D71-A293-0ACE-37F3A18CD49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6083" y="5434742"/>
              <a:ext cx="76200" cy="135857"/>
            </a:xfrm>
            <a:prstGeom prst="rect">
              <a:avLst/>
            </a:prstGeom>
          </p:spPr>
        </p:pic>
        <p:sp>
          <p:nvSpPr>
            <p:cNvPr id="48" name="object 18">
              <a:extLst>
                <a:ext uri="{FF2B5EF4-FFF2-40B4-BE49-F238E27FC236}">
                  <a16:creationId xmlns:a16="http://schemas.microsoft.com/office/drawing/2014/main" id="{5F1E0B42-00A9-4B7B-BA9A-B4745E09C230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19">
              <a:extLst>
                <a:ext uri="{FF2B5EF4-FFF2-40B4-BE49-F238E27FC236}">
                  <a16:creationId xmlns:a16="http://schemas.microsoft.com/office/drawing/2014/main" id="{C36180F5-BB1F-B141-8873-A5412373DC2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4763569"/>
              <a:ext cx="76200" cy="106569"/>
            </a:xfrm>
            <a:prstGeom prst="rect">
              <a:avLst/>
            </a:prstGeom>
          </p:spPr>
        </p:pic>
      </p:grpSp>
      <p:sp>
        <p:nvSpPr>
          <p:cNvPr id="50" name="object 13">
            <a:extLst>
              <a:ext uri="{FF2B5EF4-FFF2-40B4-BE49-F238E27FC236}">
                <a16:creationId xmlns:a16="http://schemas.microsoft.com/office/drawing/2014/main" id="{FD23A90B-2F70-79B5-89D3-73059FFD7B67}"/>
              </a:ext>
            </a:extLst>
          </p:cNvPr>
          <p:cNvSpPr txBox="1"/>
          <p:nvPr/>
        </p:nvSpPr>
        <p:spPr>
          <a:xfrm>
            <a:off x="5638800" y="3276600"/>
            <a:ext cx="1648126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Grommet</a:t>
            </a:r>
            <a:endParaRPr sz="900" dirty="0">
              <a:latin typeface="Segoe UI Light"/>
              <a:cs typeface="Segoe UI Light"/>
            </a:endParaRPr>
          </a:p>
        </p:txBody>
      </p:sp>
      <p:grpSp>
        <p:nvGrpSpPr>
          <p:cNvPr id="51" name="object 16">
            <a:extLst>
              <a:ext uri="{FF2B5EF4-FFF2-40B4-BE49-F238E27FC236}">
                <a16:creationId xmlns:a16="http://schemas.microsoft.com/office/drawing/2014/main" id="{81A45993-EAAE-CC60-1662-D9218332E711}"/>
              </a:ext>
            </a:extLst>
          </p:cNvPr>
          <p:cNvGrpSpPr/>
          <p:nvPr/>
        </p:nvGrpSpPr>
        <p:grpSpPr>
          <a:xfrm>
            <a:off x="5802538" y="3432774"/>
            <a:ext cx="76200" cy="551942"/>
            <a:chOff x="2196083" y="4762500"/>
            <a:chExt cx="76200" cy="808099"/>
          </a:xfrm>
        </p:grpSpPr>
        <p:pic>
          <p:nvPicPr>
            <p:cNvPr id="52" name="object 17">
              <a:extLst>
                <a:ext uri="{FF2B5EF4-FFF2-40B4-BE49-F238E27FC236}">
                  <a16:creationId xmlns:a16="http://schemas.microsoft.com/office/drawing/2014/main" id="{2684CC9D-D854-1E6D-A870-F27F196CC7F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6083" y="5426362"/>
              <a:ext cx="76200" cy="144237"/>
            </a:xfrm>
            <a:prstGeom prst="rect">
              <a:avLst/>
            </a:prstGeom>
          </p:spPr>
        </p:pic>
        <p:sp>
          <p:nvSpPr>
            <p:cNvPr id="53" name="object 18">
              <a:extLst>
                <a:ext uri="{FF2B5EF4-FFF2-40B4-BE49-F238E27FC236}">
                  <a16:creationId xmlns:a16="http://schemas.microsoft.com/office/drawing/2014/main" id="{4145E756-0575-853C-14DD-8ED6EE2B74FE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19">
              <a:extLst>
                <a:ext uri="{FF2B5EF4-FFF2-40B4-BE49-F238E27FC236}">
                  <a16:creationId xmlns:a16="http://schemas.microsoft.com/office/drawing/2014/main" id="{25051FB1-54F1-DBA5-41D1-61AC595BDCA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4762500"/>
              <a:ext cx="76200" cy="106584"/>
            </a:xfrm>
            <a:prstGeom prst="rect">
              <a:avLst/>
            </a:prstGeom>
          </p:spPr>
        </p:pic>
      </p:grpSp>
      <p:pic>
        <p:nvPicPr>
          <p:cNvPr id="58" name="Imagen 57">
            <a:extLst>
              <a:ext uri="{FF2B5EF4-FFF2-40B4-BE49-F238E27FC236}">
                <a16:creationId xmlns:a16="http://schemas.microsoft.com/office/drawing/2014/main" id="{F0F7D497-F9C3-4EBB-5656-B23D8474B6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39503" y="5541038"/>
            <a:ext cx="667971" cy="57321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2082F10-CA2D-EF50-46D3-1E2DE12556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96659" y="1475765"/>
            <a:ext cx="637913" cy="42346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7DA809E-153C-4511-94FC-403238DD7F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6271" y="2608874"/>
            <a:ext cx="637913" cy="42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253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C396B6-206D-E8C2-A3E3-A45CC515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763105-DE73-01CC-FDEA-EC637776E654}"/>
              </a:ext>
            </a:extLst>
          </p:cNvPr>
          <p:cNvSpPr/>
          <p:nvPr/>
        </p:nvSpPr>
        <p:spPr>
          <a:xfrm>
            <a:off x="11496675" y="6166268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5"/>
                </a:lnTo>
                <a:lnTo>
                  <a:pt x="694944" y="364235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ADBD7BA-E6F2-37A2-486D-D5263174AE0E}"/>
              </a:ext>
            </a:extLst>
          </p:cNvPr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0957A9F-9DC4-7F2A-20CE-1509A061C71F}"/>
                </a:ext>
              </a:extLst>
            </p:cNvPr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1A111F-07DA-626D-CF0D-4F96E680E642}"/>
                </a:ext>
              </a:extLst>
            </p:cNvPr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5C0EDFD-DEAF-762F-F2E1-BF9FD051C317}"/>
                </a:ext>
              </a:extLst>
            </p:cNvPr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801E785B-121D-5345-0CDC-CFE54D39E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116" y="395096"/>
            <a:ext cx="414972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130" dirty="0"/>
              <a:t> </a:t>
            </a:r>
            <a:r>
              <a:rPr dirty="0">
                <a:solidFill>
                  <a:srgbClr val="232323"/>
                </a:solidFill>
              </a:rPr>
              <a:t>P</a:t>
            </a:r>
            <a:r>
              <a:rPr sz="2500" dirty="0"/>
              <a:t>lus</a:t>
            </a:r>
            <a:r>
              <a:rPr dirty="0">
                <a:solidFill>
                  <a:srgbClr val="232323"/>
                </a:solidFill>
              </a:rPr>
              <a:t> </a:t>
            </a:r>
            <a:r>
              <a:rPr lang="es-MX"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 Líder</a:t>
            </a:r>
            <a:endParaRPr sz="1400" dirty="0">
              <a:latin typeface="Segoe UI Light"/>
              <a:cs typeface="Segoe UI Light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BA49746-8C23-814C-ACD7-4702E83ACF00}"/>
              </a:ext>
            </a:extLst>
          </p:cNvPr>
          <p:cNvSpPr txBox="1"/>
          <p:nvPr/>
        </p:nvSpPr>
        <p:spPr>
          <a:xfrm>
            <a:off x="447913" y="5299642"/>
            <a:ext cx="474408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 Y RESTRICCIONES</a:t>
            </a:r>
          </a:p>
          <a:p>
            <a:pPr>
              <a:lnSpc>
                <a:spcPct val="100000"/>
              </a:lnSpc>
            </a:pPr>
            <a:endParaRPr sz="800" dirty="0">
              <a:solidFill>
                <a:srgbClr val="4D4D4D"/>
              </a:solidFill>
              <a:latin typeface="Segoe UI Light"/>
              <a:cs typeface="Segoe UI Light"/>
            </a:endParaRPr>
          </a:p>
          <a:p>
            <a:pPr marL="184785" indent="-172085"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 costados son rematables en profundidad Nominal (N) desde 60cm hasta 75cm.</a:t>
            </a:r>
          </a:p>
          <a:p>
            <a:pPr marL="184785" indent="-172085"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En los costados terminales la profundidad Real = Nominal (N) – 1.0cm.</a:t>
            </a:r>
          </a:p>
          <a:p>
            <a:pPr marL="184785" indent="-172085">
              <a:buFont typeface="Arial"/>
              <a:buChar char="•"/>
              <a:tabLst>
                <a:tab pos="184785" algn="l"/>
              </a:tabLst>
            </a:pPr>
            <a:r>
              <a:rPr sz="900" dirty="0" err="1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 el acabado de pintura.</a:t>
            </a:r>
          </a:p>
        </p:txBody>
      </p:sp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C5246B60-E2E1-2880-E2AD-09AF573E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317064"/>
              </p:ext>
            </p:extLst>
          </p:nvPr>
        </p:nvGraphicFramePr>
        <p:xfrm>
          <a:off x="6169026" y="725444"/>
          <a:ext cx="5489574" cy="52396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5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629">
                <a:tc gridSpan="6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COSTADOS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SENCILLOS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IMAGEN</a:t>
                      </a:r>
                      <a:endParaRPr sz="800" b="1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PROFUNDIDAD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(cm)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74295" marR="5143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COSTADO</a:t>
                      </a:r>
                      <a:r>
                        <a:rPr lang="es-CO" sz="7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TERMINAL</a:t>
                      </a:r>
                      <a:r>
                        <a:rPr lang="es-CO" sz="7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SENCILLO RECTANGULAR</a:t>
                      </a:r>
                      <a:r>
                        <a:rPr lang="es-CO" sz="700" spc="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2KSO330000</a:t>
                      </a:r>
                      <a:endParaRPr lang="es-CO" sz="700" dirty="0">
                        <a:latin typeface="+mn-lt"/>
                        <a:cs typeface="Calibri"/>
                      </a:endParaRPr>
                    </a:p>
                  </a:txBody>
                  <a:tcPr marL="0" marR="0" marT="8255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700" dirty="0">
                          <a:latin typeface="Calibri"/>
                          <a:cs typeface="Calibri"/>
                        </a:rPr>
                        <a:t>60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59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22000132392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552328"/>
                  </a:ext>
                </a:extLst>
              </a:tr>
              <a:tr h="266427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74295" marR="5143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700" dirty="0">
                          <a:latin typeface="Calibri"/>
                          <a:cs typeface="Calibri"/>
                        </a:rPr>
                        <a:t>75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22000132393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20510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74295" marR="5143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COSTADO</a:t>
                      </a:r>
                      <a:r>
                        <a:rPr lang="es-CO" sz="7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TERMINAL</a:t>
                      </a:r>
                      <a:r>
                        <a:rPr lang="es-CO" sz="7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SENCILLO RECTANGULAR CON CAJA TOMAS </a:t>
                      </a:r>
                      <a:r>
                        <a:rPr lang="es-CO" sz="700" spc="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2KSO362000</a:t>
                      </a:r>
                      <a:endParaRPr lang="es-CO" sz="700" dirty="0">
                        <a:latin typeface="+mn-lt"/>
                        <a:cs typeface="Calibri"/>
                      </a:endParaRPr>
                    </a:p>
                  </a:txBody>
                  <a:tcPr marL="0" marR="0" marT="8255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700" dirty="0">
                          <a:latin typeface="Calibri"/>
                          <a:cs typeface="Calibri"/>
                        </a:rPr>
                        <a:t>60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59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700" dirty="0">
                          <a:latin typeface="+mn-lt"/>
                          <a:cs typeface="Calibri"/>
                        </a:rPr>
                        <a:t>22000135194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368688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74295" marR="5143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700" dirty="0">
                          <a:latin typeface="Calibri"/>
                          <a:cs typeface="Calibri"/>
                        </a:rPr>
                        <a:t>75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700" dirty="0">
                          <a:latin typeface="+mn-lt"/>
                          <a:cs typeface="Calibri"/>
                        </a:rPr>
                        <a:t>22000135195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59983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74295" marR="5143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sz="7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s-MX" sz="700" spc="-10" dirty="0">
                          <a:latin typeface="Calibri"/>
                          <a:cs typeface="Calibri"/>
                        </a:rPr>
                        <a:t>CURVO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2KSO376000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60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59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22000136660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75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22000136662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63500" marR="40640" indent="-317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COSTADO</a:t>
                      </a:r>
                      <a:r>
                        <a:rPr lang="es-CO" sz="7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TERMINAL</a:t>
                      </a:r>
                      <a:r>
                        <a:rPr lang="es-CO" sz="7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SENCILLO</a:t>
                      </a:r>
                      <a:r>
                        <a:rPr lang="es-CO" sz="700" spc="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CURVO CON CAJA TOMAS 2KSO377000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60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59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22000136661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75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22000136663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74295" marR="5143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700" spc="-10" dirty="0">
                          <a:latin typeface="Calibri"/>
                          <a:cs typeface="Calibri"/>
                        </a:rPr>
                        <a:t>COSTADO</a:t>
                      </a:r>
                      <a:r>
                        <a:rPr sz="7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latin typeface="Calibri"/>
                          <a:cs typeface="Calibri"/>
                        </a:rPr>
                        <a:t>TERMINAL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latin typeface="Calibri"/>
                          <a:cs typeface="Calibri"/>
                        </a:rPr>
                        <a:t>SENCILLO</a:t>
                      </a:r>
                      <a:r>
                        <a:rPr lang="es-MX" sz="700" spc="-10" dirty="0">
                          <a:latin typeface="Calibri"/>
                          <a:cs typeface="Calibri"/>
                        </a:rPr>
                        <a:t> TIPO TEK</a:t>
                      </a:r>
                      <a:r>
                        <a:rPr sz="7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 2KSO360000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60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59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22000136664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4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75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22000136666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26670" marR="22225" indent="-10795" algn="ctr">
                        <a:lnSpc>
                          <a:spcPct val="100000"/>
                        </a:lnSpc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COSTADO</a:t>
                      </a:r>
                      <a:r>
                        <a:rPr lang="es-CO" sz="7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TERMINAL</a:t>
                      </a:r>
                      <a:r>
                        <a:rPr lang="es-CO" sz="7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SENCILLO TIPO TEK CON CAJA TOMAS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2KSO379000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2075" marB="0" anchor="ctr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60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spc="-20" dirty="0">
                          <a:latin typeface="Calibri"/>
                          <a:cs typeface="Calibri"/>
                        </a:rPr>
                        <a:t>40.8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22000136665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7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207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75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sz="700" spc="-20" dirty="0">
                          <a:latin typeface="Calibri"/>
                          <a:cs typeface="Calibri"/>
                        </a:rPr>
                        <a:t>55.8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22000136667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73660" marR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COSTADO</a:t>
                      </a:r>
                      <a:r>
                        <a:rPr lang="es-CO" sz="7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TERMINAL</a:t>
                      </a:r>
                      <a:r>
                        <a:rPr lang="es-CO" sz="7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SENCILLO ORTOGONAL 2KSO363000</a:t>
                      </a:r>
                      <a:endParaRPr lang="es-CO" sz="700" dirty="0">
                        <a:latin typeface="+mn-lt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59</a:t>
                      </a:r>
                      <a:endParaRPr sz="70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71</a:t>
                      </a:r>
                      <a:endParaRPr sz="70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spc="-1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22000136064</a:t>
                      </a: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7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75</a:t>
                      </a: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74</a:t>
                      </a: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71</a:t>
                      </a: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spc="-1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22000136065</a:t>
                      </a: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5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73660" marR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COSTADO</a:t>
                      </a:r>
                      <a:r>
                        <a:rPr lang="es-CO" sz="7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TERMINAL</a:t>
                      </a:r>
                      <a:r>
                        <a:rPr lang="es-CO" sz="7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SENCILLO ORTOGONAL CON CAJA  TOMAS</a:t>
                      </a:r>
                    </a:p>
                    <a:p>
                      <a:pPr marL="73660" marR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2KSO378000</a:t>
                      </a:r>
                      <a:endParaRPr lang="es-CO" sz="700" dirty="0">
                        <a:latin typeface="+mn-lt"/>
                        <a:cs typeface="Calibri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59</a:t>
                      </a: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71</a:t>
                      </a:r>
                      <a:endParaRPr sz="70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lang="es-CO" sz="700" spc="-1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22000136668</a:t>
                      </a:r>
                      <a:endParaRPr sz="700" spc="-1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75</a:t>
                      </a: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74</a:t>
                      </a: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71</a:t>
                      </a: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lang="es-CO" sz="700" spc="-1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22000136669</a:t>
                      </a:r>
                      <a:endParaRPr sz="700" spc="-1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5" name="object 35">
            <a:extLst>
              <a:ext uri="{FF2B5EF4-FFF2-40B4-BE49-F238E27FC236}">
                <a16:creationId xmlns:a16="http://schemas.microsoft.com/office/drawing/2014/main" id="{90BA0365-69C5-624A-D9B4-4A069B7F5A4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10</a:t>
            </a: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C29EB07B-FE1A-9F40-9F21-8051E97BD80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BCD22A5A-0172-62ED-4312-CA2457F5B89D}"/>
              </a:ext>
            </a:extLst>
          </p:cNvPr>
          <p:cNvGrpSpPr/>
          <p:nvPr/>
        </p:nvGrpSpPr>
        <p:grpSpPr>
          <a:xfrm>
            <a:off x="645208" y="1305982"/>
            <a:ext cx="4421326" cy="3137532"/>
            <a:chOff x="972693" y="310518"/>
            <a:chExt cx="4421326" cy="3137532"/>
          </a:xfrm>
        </p:grpSpPr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2129770E-3B77-692C-F942-1F91F55A2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2693" y="310518"/>
              <a:ext cx="4421326" cy="2978652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4AFDF291-8B8A-3BE4-155B-A6C37B0B8F00}"/>
                </a:ext>
              </a:extLst>
            </p:cNvPr>
            <p:cNvGrpSpPr/>
            <p:nvPr/>
          </p:nvGrpSpPr>
          <p:grpSpPr>
            <a:xfrm>
              <a:off x="1905000" y="3200400"/>
              <a:ext cx="717550" cy="76201"/>
              <a:chOff x="2025650" y="3733800"/>
              <a:chExt cx="717550" cy="76201"/>
            </a:xfrm>
          </p:grpSpPr>
          <p:pic>
            <p:nvPicPr>
              <p:cNvPr id="23" name="object 23">
                <a:extLst>
                  <a:ext uri="{FF2B5EF4-FFF2-40B4-BE49-F238E27FC236}">
                    <a16:creationId xmlns:a16="http://schemas.microsoft.com/office/drawing/2014/main" id="{7912E62A-9FEB-0F3E-BDD8-9DBA5990E9E6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rot="5400000">
                <a:off x="2041525" y="3717926"/>
                <a:ext cx="76200" cy="107950"/>
              </a:xfrm>
              <a:prstGeom prst="rect">
                <a:avLst/>
              </a:prstGeom>
            </p:spPr>
          </p:pic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E77FA8AB-A5BF-BEAE-FA77-093E49C9BE5A}"/>
                  </a:ext>
                </a:extLst>
              </p:cNvPr>
              <p:cNvSpPr/>
              <p:nvPr/>
            </p:nvSpPr>
            <p:spPr>
              <a:xfrm rot="5400000">
                <a:off x="2365375" y="3478149"/>
                <a:ext cx="0" cy="603250"/>
              </a:xfrm>
              <a:custGeom>
                <a:avLst/>
                <a:gdLst/>
                <a:ahLst/>
                <a:cxnLst/>
                <a:rect l="l" t="t" r="r" b="b"/>
                <a:pathLst>
                  <a:path h="603250">
                    <a:moveTo>
                      <a:pt x="0" y="0"/>
                    </a:moveTo>
                    <a:lnTo>
                      <a:pt x="0" y="603123"/>
                    </a:lnTo>
                  </a:path>
                </a:pathLst>
              </a:custGeom>
              <a:ln w="18542">
                <a:solidFill>
                  <a:srgbClr val="7D7D7D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5" name="object 25">
                <a:extLst>
                  <a:ext uri="{FF2B5EF4-FFF2-40B4-BE49-F238E27FC236}">
                    <a16:creationId xmlns:a16="http://schemas.microsoft.com/office/drawing/2014/main" id="{BD3F4A70-6A53-5EBC-7C37-4FAA74E8B21C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5400000">
                <a:off x="2667000" y="3733800"/>
                <a:ext cx="76200" cy="76200"/>
              </a:xfrm>
              <a:prstGeom prst="rect">
                <a:avLst/>
              </a:prstGeom>
            </p:spPr>
          </p:pic>
        </p:grpSp>
        <p:sp>
          <p:nvSpPr>
            <p:cNvPr id="41" name="object 10">
              <a:extLst>
                <a:ext uri="{FF2B5EF4-FFF2-40B4-BE49-F238E27FC236}">
                  <a16:creationId xmlns:a16="http://schemas.microsoft.com/office/drawing/2014/main" id="{6B45C1A9-CB6A-548B-8D21-26E7CAAA7787}"/>
                </a:ext>
              </a:extLst>
            </p:cNvPr>
            <p:cNvSpPr txBox="1"/>
            <p:nvPr/>
          </p:nvSpPr>
          <p:spPr>
            <a:xfrm>
              <a:off x="2628317" y="3158227"/>
              <a:ext cx="82169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900" spc="-10" dirty="0">
                  <a:latin typeface="Segoe UI Light"/>
                  <a:cs typeface="Segoe UI Light"/>
                </a:rPr>
                <a:t>Costado</a:t>
              </a:r>
              <a:r>
                <a:rPr sz="900" spc="-50" dirty="0">
                  <a:latin typeface="Segoe UI Light"/>
                  <a:cs typeface="Segoe UI Light"/>
                </a:rPr>
                <a:t> </a:t>
              </a:r>
              <a:r>
                <a:rPr sz="900" spc="-20" dirty="0">
                  <a:latin typeface="Segoe UI Light"/>
                  <a:cs typeface="Segoe UI Light"/>
                </a:rPr>
                <a:t>terminal </a:t>
              </a:r>
              <a:r>
                <a:rPr lang="es-MX" sz="900" spc="-10" dirty="0">
                  <a:latin typeface="Segoe UI Light"/>
                  <a:cs typeface="Segoe UI Light"/>
                </a:rPr>
                <a:t> sencillo</a:t>
              </a:r>
              <a:endParaRPr sz="900" dirty="0">
                <a:latin typeface="Segoe UI Light"/>
                <a:cs typeface="Segoe UI Light"/>
              </a:endParaRPr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8A59C415-D11D-913B-C445-816D40000861}"/>
              </a:ext>
            </a:extLst>
          </p:cNvPr>
          <p:cNvGrpSpPr/>
          <p:nvPr/>
        </p:nvGrpSpPr>
        <p:grpSpPr>
          <a:xfrm>
            <a:off x="3532718" y="1577221"/>
            <a:ext cx="1659280" cy="289823"/>
            <a:chOff x="3913327" y="1858577"/>
            <a:chExt cx="1659280" cy="289823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1DB3437-16E0-25CF-ADEA-A0182A00F720}"/>
                </a:ext>
              </a:extLst>
            </p:cNvPr>
            <p:cNvSpPr txBox="1"/>
            <p:nvPr/>
          </p:nvSpPr>
          <p:spPr>
            <a:xfrm>
              <a:off x="4750917" y="1858577"/>
              <a:ext cx="82169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900" spc="-10" dirty="0">
                  <a:latin typeface="Segoe UI Light"/>
                  <a:cs typeface="Segoe UI Light"/>
                </a:rPr>
                <a:t>Costado</a:t>
              </a:r>
              <a:r>
                <a:rPr sz="900" spc="-50" dirty="0">
                  <a:latin typeface="Segoe UI Light"/>
                  <a:cs typeface="Segoe UI Light"/>
                </a:rPr>
                <a:t> </a:t>
              </a:r>
              <a:r>
                <a:rPr sz="900" spc="-20" dirty="0">
                  <a:latin typeface="Segoe UI Light"/>
                  <a:cs typeface="Segoe UI Light"/>
                </a:rPr>
                <a:t>terminal </a:t>
              </a:r>
              <a:r>
                <a:rPr lang="es-MX" sz="900" spc="-10" dirty="0">
                  <a:latin typeface="Segoe UI Light"/>
                  <a:cs typeface="Segoe UI Light"/>
                </a:rPr>
                <a:t>con caja tomas</a:t>
              </a:r>
              <a:endParaRPr sz="900" dirty="0">
                <a:latin typeface="Segoe UI Light"/>
                <a:cs typeface="Segoe UI Light"/>
              </a:endParaRPr>
            </a:p>
          </p:txBody>
        </p: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277C8B30-64DC-3735-FA7C-56467E53CE51}"/>
                </a:ext>
              </a:extLst>
            </p:cNvPr>
            <p:cNvGrpSpPr/>
            <p:nvPr/>
          </p:nvGrpSpPr>
          <p:grpSpPr>
            <a:xfrm rot="5400000">
              <a:off x="4266784" y="1556859"/>
              <a:ext cx="76201" cy="783115"/>
              <a:chOff x="5392800" y="4236739"/>
              <a:chExt cx="76201" cy="783115"/>
            </a:xfrm>
          </p:grpSpPr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BB8A7049-019B-574E-0171-E226E2289999}"/>
                  </a:ext>
                </a:extLst>
              </p:cNvPr>
              <p:cNvSpPr/>
              <p:nvPr/>
            </p:nvSpPr>
            <p:spPr>
              <a:xfrm>
                <a:off x="5430900" y="4333595"/>
                <a:ext cx="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h="647700">
                    <a:moveTo>
                      <a:pt x="0" y="0"/>
                    </a:moveTo>
                    <a:lnTo>
                      <a:pt x="0" y="647573"/>
                    </a:lnTo>
                  </a:path>
                </a:pathLst>
              </a:custGeom>
              <a:ln w="16001">
                <a:solidFill>
                  <a:srgbClr val="7D7D7D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19">
                <a:extLst>
                  <a:ext uri="{FF2B5EF4-FFF2-40B4-BE49-F238E27FC236}">
                    <a16:creationId xmlns:a16="http://schemas.microsoft.com/office/drawing/2014/main" id="{0574D223-2AD6-A487-0578-371247D2300B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392801" y="4943654"/>
                <a:ext cx="76200" cy="76200"/>
              </a:xfrm>
              <a:prstGeom prst="rect">
                <a:avLst/>
              </a:prstGeom>
            </p:spPr>
          </p:pic>
          <p:pic>
            <p:nvPicPr>
              <p:cNvPr id="20" name="object 20">
                <a:extLst>
                  <a:ext uri="{FF2B5EF4-FFF2-40B4-BE49-F238E27FC236}">
                    <a16:creationId xmlns:a16="http://schemas.microsoft.com/office/drawing/2014/main" id="{4C3BCDE8-E176-6A78-06D9-E873F2E36E79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392800" y="4236739"/>
                <a:ext cx="76200" cy="76073"/>
              </a:xfrm>
              <a:prstGeom prst="rect">
                <a:avLst/>
              </a:prstGeom>
            </p:spPr>
          </p:pic>
        </p:grpSp>
      </p:grpSp>
      <p:pic>
        <p:nvPicPr>
          <p:cNvPr id="46" name="Imagen 45">
            <a:extLst>
              <a:ext uri="{FF2B5EF4-FFF2-40B4-BE49-F238E27FC236}">
                <a16:creationId xmlns:a16="http://schemas.microsoft.com/office/drawing/2014/main" id="{DC182E8E-C1AB-4AC4-C0CA-998C58AEB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6332" y="1818596"/>
            <a:ext cx="354409" cy="500222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802A58E7-2A76-B669-D105-E0F872C494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147" y="4153691"/>
            <a:ext cx="395594" cy="558352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509976EC-6E24-291C-5CD0-3D6609824E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58" y="3000540"/>
            <a:ext cx="395594" cy="558352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DFBCFBFF-AF7A-2D9B-B419-44D0399C5C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147" y="5373127"/>
            <a:ext cx="395594" cy="558352"/>
          </a:xfrm>
          <a:prstGeom prst="rect">
            <a:avLst/>
          </a:prstGeom>
        </p:spPr>
      </p:pic>
      <p:pic>
        <p:nvPicPr>
          <p:cNvPr id="51" name="object 29">
            <a:extLst>
              <a:ext uri="{FF2B5EF4-FFF2-40B4-BE49-F238E27FC236}">
                <a16:creationId xmlns:a16="http://schemas.microsoft.com/office/drawing/2014/main" id="{78F1269E-1489-7F7D-1783-F8917CBD8838}"/>
              </a:ext>
            </a:extLst>
          </p:cNvPr>
          <p:cNvPicPr/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93587" y="1228436"/>
            <a:ext cx="279149" cy="444974"/>
          </a:xfrm>
          <a:prstGeom prst="rect">
            <a:avLst/>
          </a:prstGeom>
        </p:spPr>
      </p:pic>
      <p:pic>
        <p:nvPicPr>
          <p:cNvPr id="52" name="object 29">
            <a:extLst>
              <a:ext uri="{FF2B5EF4-FFF2-40B4-BE49-F238E27FC236}">
                <a16:creationId xmlns:a16="http://schemas.microsoft.com/office/drawing/2014/main" id="{62F35A3B-7409-CBCC-5D90-2D97C1103F5C}"/>
              </a:ext>
            </a:extLst>
          </p:cNvPr>
          <p:cNvPicPr/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2585" y="2395513"/>
            <a:ext cx="305435" cy="548970"/>
          </a:xfrm>
          <a:prstGeom prst="rect">
            <a:avLst/>
          </a:prstGeom>
        </p:spPr>
      </p:pic>
      <p:pic>
        <p:nvPicPr>
          <p:cNvPr id="53" name="object 29">
            <a:extLst>
              <a:ext uri="{FF2B5EF4-FFF2-40B4-BE49-F238E27FC236}">
                <a16:creationId xmlns:a16="http://schemas.microsoft.com/office/drawing/2014/main" id="{2F73B563-2DB0-2DBB-668D-FBE4EA7BF77C}"/>
              </a:ext>
            </a:extLst>
          </p:cNvPr>
          <p:cNvPicPr/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04585" y="3619849"/>
            <a:ext cx="309164" cy="464503"/>
          </a:xfrm>
          <a:prstGeom prst="rect">
            <a:avLst/>
          </a:prstGeom>
        </p:spPr>
      </p:pic>
      <p:pic>
        <p:nvPicPr>
          <p:cNvPr id="54" name="object 29">
            <a:extLst>
              <a:ext uri="{FF2B5EF4-FFF2-40B4-BE49-F238E27FC236}">
                <a16:creationId xmlns:a16="http://schemas.microsoft.com/office/drawing/2014/main" id="{C175CDE4-6EB3-618C-76F0-B504C293F575}"/>
              </a:ext>
            </a:extLst>
          </p:cNvPr>
          <p:cNvPicPr/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06449" y="4768100"/>
            <a:ext cx="305435" cy="54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4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247316-6445-5459-A0E0-395E767A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5534B78-07CD-FF47-CA01-51F4346EB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06" y="1186499"/>
            <a:ext cx="4677963" cy="3279875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63D42F1-8A7D-75EA-DBC1-B632C06925A3}"/>
              </a:ext>
            </a:extLst>
          </p:cNvPr>
          <p:cNvSpPr/>
          <p:nvPr/>
        </p:nvSpPr>
        <p:spPr>
          <a:xfrm>
            <a:off x="11496675" y="6166268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5"/>
                </a:lnTo>
                <a:lnTo>
                  <a:pt x="694944" y="364235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8D72604-62DF-29A7-3A75-A8BC8529E045}"/>
              </a:ext>
            </a:extLst>
          </p:cNvPr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D802258-864D-9ADD-EE5F-6C067B73872E}"/>
                </a:ext>
              </a:extLst>
            </p:cNvPr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6894135-9689-7A68-38C2-DBB0D76EBD44}"/>
                </a:ext>
              </a:extLst>
            </p:cNvPr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8D618C3-4495-BC71-8A6B-D699D0DA45FA}"/>
                </a:ext>
              </a:extLst>
            </p:cNvPr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DCBA21F0-18F7-DD3E-543A-3525D44F30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116" y="395096"/>
            <a:ext cx="414972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130" dirty="0"/>
              <a:t> </a:t>
            </a:r>
            <a:r>
              <a:rPr dirty="0">
                <a:solidFill>
                  <a:srgbClr val="232323"/>
                </a:solidFill>
              </a:rPr>
              <a:t>P</a:t>
            </a:r>
            <a:r>
              <a:rPr sz="2500" dirty="0"/>
              <a:t>lus</a:t>
            </a:r>
            <a:r>
              <a:rPr dirty="0">
                <a:solidFill>
                  <a:srgbClr val="232323"/>
                </a:solidFill>
              </a:rPr>
              <a:t> </a:t>
            </a:r>
            <a:r>
              <a:rPr lang="es-MX"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 Líder</a:t>
            </a:r>
            <a:endParaRPr sz="1400" dirty="0">
              <a:latin typeface="Segoe UI Light"/>
              <a:cs typeface="Segoe UI Light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EBAB58E-4AFA-1ED3-09D5-420C39876E8D}"/>
              </a:ext>
            </a:extLst>
          </p:cNvPr>
          <p:cNvSpPr txBox="1"/>
          <p:nvPr/>
        </p:nvSpPr>
        <p:spPr>
          <a:xfrm>
            <a:off x="7086600" y="4916336"/>
            <a:ext cx="474408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 Y RESTRICCIONES</a:t>
            </a:r>
          </a:p>
          <a:p>
            <a:pPr>
              <a:lnSpc>
                <a:spcPct val="100000"/>
              </a:lnSpc>
            </a:pPr>
            <a:endParaRPr sz="800" dirty="0">
              <a:solidFill>
                <a:srgbClr val="4D4D4D"/>
              </a:solidFill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Los costados son </a:t>
            </a: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trapezoidales solo se puede solicitar en ancho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75cm.</a:t>
            </a:r>
          </a:p>
        </p:txBody>
      </p:sp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7DB8BEA9-8B4E-5A10-7912-08F564080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448428"/>
              </p:ext>
            </p:extLst>
          </p:nvPr>
        </p:nvGraphicFramePr>
        <p:xfrm>
          <a:off x="7086600" y="943941"/>
          <a:ext cx="4575285" cy="3704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4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3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629">
                <a:tc gridSpan="6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COSTADOS</a:t>
                      </a: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TRAPEZOIDALES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IMAGEN</a:t>
                      </a:r>
                      <a:endParaRPr sz="800" b="1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PROFUNDIDAD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(cm)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295" marR="5143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COSTADO</a:t>
                      </a:r>
                      <a:r>
                        <a:rPr lang="es-CO" sz="7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TERMINAL</a:t>
                      </a:r>
                      <a:r>
                        <a:rPr lang="es-CO" sz="7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SENCILLO TRAPEZOIDAL DERECHO</a:t>
                      </a:r>
                      <a:endParaRPr lang="es-CO" sz="700" dirty="0">
                        <a:latin typeface="+mn-lt"/>
                        <a:cs typeface="Calibri"/>
                      </a:endParaRPr>
                    </a:p>
                  </a:txBody>
                  <a:tcPr marL="0" marR="0" marT="8255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700" dirty="0">
                          <a:latin typeface="Calibri"/>
                          <a:cs typeface="Calibri"/>
                        </a:rPr>
                        <a:t>75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71</a:t>
                      </a: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7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22000132398</a:t>
                      </a:r>
                      <a:endParaRPr sz="7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381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20510"/>
                  </a:ext>
                </a:extLst>
              </a:tr>
              <a:tr h="7721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295" marR="5143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COSTADO</a:t>
                      </a:r>
                      <a:r>
                        <a:rPr lang="es-CO" sz="7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TERMINAL</a:t>
                      </a:r>
                      <a:r>
                        <a:rPr lang="es-CO" sz="7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SENCILLO TRAPEZOIDAL IZQUIERDO</a:t>
                      </a:r>
                      <a:endParaRPr lang="es-CO" sz="700" dirty="0">
                        <a:latin typeface="+mn-lt"/>
                        <a:cs typeface="Calibri"/>
                      </a:endParaRPr>
                    </a:p>
                  </a:txBody>
                  <a:tcPr marL="0" marR="0" marT="8255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700" dirty="0">
                          <a:latin typeface="Calibri"/>
                          <a:cs typeface="Calibri"/>
                        </a:rPr>
                        <a:t>75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71</a:t>
                      </a: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lang="es-CO" sz="700" dirty="0">
                          <a:latin typeface="+mn-lt"/>
                          <a:cs typeface="Calibri"/>
                        </a:rPr>
                        <a:t>22000132399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381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713904"/>
                  </a:ext>
                </a:extLst>
              </a:tr>
              <a:tr h="8280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295" marR="5143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COSTADO</a:t>
                      </a:r>
                      <a:r>
                        <a:rPr lang="es-CO" sz="7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TERMINAL</a:t>
                      </a:r>
                      <a:r>
                        <a:rPr lang="es-CO" sz="7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SENCILLO TRAPEZOIDAL CON CAJA TOMAS DERECHO</a:t>
                      </a:r>
                      <a:endParaRPr lang="es-CO" sz="700" dirty="0">
                        <a:latin typeface="+mn-lt"/>
                        <a:cs typeface="Calibri"/>
                      </a:endParaRPr>
                    </a:p>
                  </a:txBody>
                  <a:tcPr marL="0" marR="0" marT="8255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700" dirty="0">
                          <a:latin typeface="Calibri"/>
                          <a:cs typeface="Calibri"/>
                        </a:rPr>
                        <a:t>75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71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7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22000136639</a:t>
                      </a: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5998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295" marR="5143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700" spc="-10" dirty="0">
                          <a:latin typeface="+mn-lt"/>
                          <a:cs typeface="Calibri"/>
                        </a:rPr>
                        <a:t>COSTADO</a:t>
                      </a:r>
                      <a:r>
                        <a:rPr lang="es-CO" sz="7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20" dirty="0">
                          <a:latin typeface="+mn-lt"/>
                          <a:cs typeface="Calibri"/>
                        </a:rPr>
                        <a:t>TERMINAL</a:t>
                      </a:r>
                      <a:r>
                        <a:rPr lang="es-CO" sz="7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s-CO" sz="700" spc="-10" dirty="0">
                          <a:latin typeface="+mn-lt"/>
                          <a:cs typeface="Calibri"/>
                        </a:rPr>
                        <a:t>SENCILLO TRAPEZOIDAL CON CAJA TOMAS IZQUIERDO</a:t>
                      </a:r>
                      <a:endParaRPr lang="es-CO" sz="700" dirty="0">
                        <a:latin typeface="+mn-lt"/>
                        <a:cs typeface="Calibri"/>
                      </a:endParaRPr>
                    </a:p>
                  </a:txBody>
                  <a:tcPr marL="0" marR="0" marT="8255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700" dirty="0">
                          <a:latin typeface="Calibri"/>
                          <a:cs typeface="Calibri"/>
                        </a:rPr>
                        <a:t>75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spc="-25" dirty="0">
                          <a:latin typeface="Calibri"/>
                          <a:cs typeface="Calibri"/>
                        </a:rPr>
                        <a:t>74</a:t>
                      </a:r>
                      <a:endParaRPr sz="7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7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71</a:t>
                      </a: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7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22000136640</a:t>
                      </a:r>
                      <a:endParaRPr sz="7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847808"/>
                  </a:ext>
                </a:extLst>
              </a:tr>
            </a:tbl>
          </a:graphicData>
        </a:graphic>
      </p:graphicFrame>
      <p:sp>
        <p:nvSpPr>
          <p:cNvPr id="35" name="object 35">
            <a:extLst>
              <a:ext uri="{FF2B5EF4-FFF2-40B4-BE49-F238E27FC236}">
                <a16:creationId xmlns:a16="http://schemas.microsoft.com/office/drawing/2014/main" id="{5B77E8CD-FDB0-E223-E444-363A0EE5998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10</a:t>
            </a: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5D713A14-7E88-FCEB-1818-E2F86829406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EBCA2B00-5797-CD40-8232-0BCA76579C6D}"/>
              </a:ext>
            </a:extLst>
          </p:cNvPr>
          <p:cNvGrpSpPr/>
          <p:nvPr/>
        </p:nvGrpSpPr>
        <p:grpSpPr>
          <a:xfrm>
            <a:off x="1577515" y="4195864"/>
            <a:ext cx="717550" cy="76201"/>
            <a:chOff x="2025650" y="3733800"/>
            <a:chExt cx="717550" cy="76201"/>
          </a:xfrm>
        </p:grpSpPr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5425798C-B6B6-14B8-BD8C-1B34A1E69CD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2041525" y="3717926"/>
              <a:ext cx="76200" cy="107950"/>
            </a:xfrm>
            <a:prstGeom prst="rect">
              <a:avLst/>
            </a:prstGeom>
          </p:spPr>
        </p:pic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E3998489-D552-F959-D2B5-C8E60BBF87B3}"/>
                </a:ext>
              </a:extLst>
            </p:cNvPr>
            <p:cNvSpPr/>
            <p:nvPr/>
          </p:nvSpPr>
          <p:spPr>
            <a:xfrm rot="5400000">
              <a:off x="2365375" y="3478149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123"/>
                  </a:lnTo>
                </a:path>
              </a:pathLst>
            </a:custGeom>
            <a:ln w="18542">
              <a:solidFill>
                <a:srgbClr val="7D7D7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17E00D32-E96D-0BFA-D5D1-F461A04D135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2667000" y="3733800"/>
              <a:ext cx="76200" cy="76200"/>
            </a:xfrm>
            <a:prstGeom prst="rect">
              <a:avLst/>
            </a:prstGeom>
          </p:spPr>
        </p:pic>
      </p:grpSp>
      <p:sp>
        <p:nvSpPr>
          <p:cNvPr id="41" name="object 10">
            <a:extLst>
              <a:ext uri="{FF2B5EF4-FFF2-40B4-BE49-F238E27FC236}">
                <a16:creationId xmlns:a16="http://schemas.microsoft.com/office/drawing/2014/main" id="{4B02A71E-7695-3A64-3872-C2EDFC0D6E8C}"/>
              </a:ext>
            </a:extLst>
          </p:cNvPr>
          <p:cNvSpPr txBox="1"/>
          <p:nvPr/>
        </p:nvSpPr>
        <p:spPr>
          <a:xfrm>
            <a:off x="2300832" y="4153691"/>
            <a:ext cx="8216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Segoe UI Light"/>
                <a:cs typeface="Segoe UI Light"/>
              </a:rPr>
              <a:t>Costado</a:t>
            </a:r>
            <a:r>
              <a:rPr sz="900" spc="-50" dirty="0">
                <a:latin typeface="Segoe UI Light"/>
                <a:cs typeface="Segoe UI Light"/>
              </a:rPr>
              <a:t> </a:t>
            </a:r>
            <a:r>
              <a:rPr sz="900" spc="-20" dirty="0">
                <a:latin typeface="Segoe UI Light"/>
                <a:cs typeface="Segoe UI Light"/>
              </a:rPr>
              <a:t>terminal </a:t>
            </a:r>
            <a:r>
              <a:rPr lang="es-MX" sz="900" spc="-10" dirty="0">
                <a:latin typeface="Segoe UI Light"/>
                <a:cs typeface="Segoe UI Light"/>
              </a:rPr>
              <a:t> sencillo</a:t>
            </a:r>
            <a:endParaRPr sz="900" dirty="0">
              <a:latin typeface="Segoe UI Light"/>
              <a:cs typeface="Segoe UI Light"/>
            </a:endParaRP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9D56FB59-A1F2-A91B-BD61-9DC898C65856}"/>
              </a:ext>
            </a:extLst>
          </p:cNvPr>
          <p:cNvGrpSpPr/>
          <p:nvPr/>
        </p:nvGrpSpPr>
        <p:grpSpPr>
          <a:xfrm>
            <a:off x="3532718" y="1577221"/>
            <a:ext cx="1659280" cy="289823"/>
            <a:chOff x="3913327" y="1858577"/>
            <a:chExt cx="1659280" cy="289823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8C24ECA-E0C0-0C55-C5CF-0DEF5E0720E8}"/>
                </a:ext>
              </a:extLst>
            </p:cNvPr>
            <p:cNvSpPr txBox="1"/>
            <p:nvPr/>
          </p:nvSpPr>
          <p:spPr>
            <a:xfrm>
              <a:off x="4750917" y="1858577"/>
              <a:ext cx="82169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900" spc="-10" dirty="0">
                  <a:latin typeface="Segoe UI Light"/>
                  <a:cs typeface="Segoe UI Light"/>
                </a:rPr>
                <a:t>Costado</a:t>
              </a:r>
              <a:r>
                <a:rPr sz="900" spc="-50" dirty="0">
                  <a:latin typeface="Segoe UI Light"/>
                  <a:cs typeface="Segoe UI Light"/>
                </a:rPr>
                <a:t> </a:t>
              </a:r>
              <a:r>
                <a:rPr sz="900" spc="-20" dirty="0">
                  <a:latin typeface="Segoe UI Light"/>
                  <a:cs typeface="Segoe UI Light"/>
                </a:rPr>
                <a:t>terminal </a:t>
              </a:r>
              <a:r>
                <a:rPr lang="es-MX" sz="900" spc="-10" dirty="0">
                  <a:latin typeface="Segoe UI Light"/>
                  <a:cs typeface="Segoe UI Light"/>
                </a:rPr>
                <a:t>con caja tomas</a:t>
              </a:r>
              <a:endParaRPr sz="900" dirty="0">
                <a:latin typeface="Segoe UI Light"/>
                <a:cs typeface="Segoe UI Light"/>
              </a:endParaRPr>
            </a:p>
          </p:txBody>
        </p: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F2988816-828D-6154-17F4-1AB5EA670C9C}"/>
                </a:ext>
              </a:extLst>
            </p:cNvPr>
            <p:cNvGrpSpPr/>
            <p:nvPr/>
          </p:nvGrpSpPr>
          <p:grpSpPr>
            <a:xfrm rot="5400000">
              <a:off x="4266784" y="1556859"/>
              <a:ext cx="76201" cy="783115"/>
              <a:chOff x="5392800" y="4236739"/>
              <a:chExt cx="76201" cy="783115"/>
            </a:xfrm>
          </p:grpSpPr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35A33E55-37BF-2979-C797-B03337B60E85}"/>
                  </a:ext>
                </a:extLst>
              </p:cNvPr>
              <p:cNvSpPr/>
              <p:nvPr/>
            </p:nvSpPr>
            <p:spPr>
              <a:xfrm>
                <a:off x="5430900" y="4333595"/>
                <a:ext cx="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h="647700">
                    <a:moveTo>
                      <a:pt x="0" y="0"/>
                    </a:moveTo>
                    <a:lnTo>
                      <a:pt x="0" y="647573"/>
                    </a:lnTo>
                  </a:path>
                </a:pathLst>
              </a:custGeom>
              <a:ln w="16001">
                <a:solidFill>
                  <a:srgbClr val="7D7D7D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19">
                <a:extLst>
                  <a:ext uri="{FF2B5EF4-FFF2-40B4-BE49-F238E27FC236}">
                    <a16:creationId xmlns:a16="http://schemas.microsoft.com/office/drawing/2014/main" id="{FA6529DA-13C0-B04E-3291-FD943FF0037A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392801" y="4943654"/>
                <a:ext cx="76200" cy="76200"/>
              </a:xfrm>
              <a:prstGeom prst="rect">
                <a:avLst/>
              </a:prstGeom>
            </p:spPr>
          </p:pic>
          <p:pic>
            <p:nvPicPr>
              <p:cNvPr id="20" name="object 20">
                <a:extLst>
                  <a:ext uri="{FF2B5EF4-FFF2-40B4-BE49-F238E27FC236}">
                    <a16:creationId xmlns:a16="http://schemas.microsoft.com/office/drawing/2014/main" id="{ECAE7DBF-2B1A-8E11-4113-86AD3892ACFA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392800" y="4236739"/>
                <a:ext cx="76200" cy="76073"/>
              </a:xfrm>
              <a:prstGeom prst="rect">
                <a:avLst/>
              </a:prstGeom>
            </p:spPr>
          </p:pic>
        </p:grp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CD9A0EF1-5073-A5A6-EA40-07720853C1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7683" y="2285056"/>
            <a:ext cx="393447" cy="66760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5EB4803-3CC3-A14D-4151-546B26544D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7420082" y="1447800"/>
            <a:ext cx="393447" cy="66760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97EEA8B-9A69-7DEF-88B3-DAEDAA72B7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9472" y="3881619"/>
            <a:ext cx="513622" cy="76658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739B365-03A1-B778-F697-D8E2D20271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380731" y="3016005"/>
            <a:ext cx="513622" cy="76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47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782EB6-0DB0-9187-1DBB-571CCDD5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E7CE29B0-176F-39FA-82A0-EE80666C3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199" y="1393833"/>
            <a:ext cx="3482642" cy="3741744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7AD6E92-C498-F975-4C16-34653DF30E41}"/>
              </a:ext>
            </a:extLst>
          </p:cNvPr>
          <p:cNvSpPr/>
          <p:nvPr/>
        </p:nvSpPr>
        <p:spPr>
          <a:xfrm>
            <a:off x="11496675" y="6166268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5"/>
                </a:lnTo>
                <a:lnTo>
                  <a:pt x="694944" y="364235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DD8FF25-68F4-4C03-0D8B-49D46FA1C7A5}"/>
              </a:ext>
            </a:extLst>
          </p:cNvPr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52BBFF7-B202-3612-C679-E6F2D2269A21}"/>
                </a:ext>
              </a:extLst>
            </p:cNvPr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0F14293-035F-6BFB-5BE0-103B90C1034D}"/>
                </a:ext>
              </a:extLst>
            </p:cNvPr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89BC530-5583-2269-D203-8E39119F959E}"/>
                </a:ext>
              </a:extLst>
            </p:cNvPr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4631406-1D91-4C40-1D43-CB588F2BA0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116" y="395096"/>
            <a:ext cx="414972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130" dirty="0"/>
              <a:t> </a:t>
            </a:r>
            <a:r>
              <a:rPr dirty="0">
                <a:solidFill>
                  <a:srgbClr val="232323"/>
                </a:solidFill>
              </a:rPr>
              <a:t>P</a:t>
            </a:r>
            <a:r>
              <a:rPr sz="2500" dirty="0"/>
              <a:t>lus</a:t>
            </a:r>
            <a:r>
              <a:rPr dirty="0">
                <a:solidFill>
                  <a:srgbClr val="232323"/>
                </a:solidFill>
              </a:rPr>
              <a:t> </a:t>
            </a:r>
            <a:r>
              <a:rPr lang="es-MX"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 Líder</a:t>
            </a:r>
            <a:endParaRPr sz="1400" dirty="0">
              <a:latin typeface="Segoe UI Light"/>
              <a:cs typeface="Segoe UI Light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3F228F5-A556-B0F6-D02D-468BED7E2869}"/>
              </a:ext>
            </a:extLst>
          </p:cNvPr>
          <p:cNvSpPr txBox="1"/>
          <p:nvPr/>
        </p:nvSpPr>
        <p:spPr>
          <a:xfrm>
            <a:off x="7447915" y="2521503"/>
            <a:ext cx="474408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 Y RESTRICCIONES</a:t>
            </a:r>
          </a:p>
          <a:p>
            <a:pPr>
              <a:lnSpc>
                <a:spcPct val="100000"/>
              </a:lnSpc>
            </a:pPr>
            <a:endParaRPr sz="900" dirty="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lang="es-MX" sz="900" dirty="0">
                <a:latin typeface="Segoe UI Light"/>
                <a:cs typeface="Segoe UI Light"/>
              </a:rPr>
              <a:t>Las faldas son rematables en Largo desde 150.0cm hasta 180.0cm</a:t>
            </a: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lang="es-MX" sz="900" dirty="0">
                <a:latin typeface="Segoe UI Light"/>
                <a:cs typeface="Segoe UI Light"/>
              </a:rPr>
              <a:t>La medida nominal excede 29cm a la medida real del producto.</a:t>
            </a:r>
            <a:endParaRPr sz="900" dirty="0">
              <a:latin typeface="Segoe UI Light"/>
              <a:cs typeface="Segoe UI Light"/>
            </a:endParaRPr>
          </a:p>
        </p:txBody>
      </p:sp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9FF8E433-3859-6A1E-12F0-23CEDB6D8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984468"/>
              </p:ext>
            </p:extLst>
          </p:nvPr>
        </p:nvGraphicFramePr>
        <p:xfrm>
          <a:off x="7543800" y="973051"/>
          <a:ext cx="4114800" cy="144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83536956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459865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35734306"/>
                    </a:ext>
                  </a:extLst>
                </a:gridCol>
              </a:tblGrid>
              <a:tr h="214629">
                <a:tc gridSpan="7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s-MX" sz="10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FALDAS</a:t>
                      </a:r>
                      <a:endParaRPr sz="10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IMAGEN</a:t>
                      </a:r>
                      <a:endParaRPr sz="800" b="1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>
                      <a:solidFill>
                        <a:srgbClr val="000000"/>
                      </a:solidFill>
                      <a:prstDash val="sysDash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s-CO" sz="800" b="1" spc="-1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LARGO</a:t>
                      </a:r>
                      <a:r>
                        <a:rPr lang="es-CO" sz="800" b="1" spc="-2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 (cm)</a:t>
                      </a:r>
                      <a:endParaRPr lang="es-CO" sz="800" dirty="0">
                        <a:latin typeface="+mn-lt"/>
                        <a:cs typeface="Calibri"/>
                      </a:endParaRPr>
                    </a:p>
                  </a:txBody>
                  <a:tcPr marL="0" marR="0" marT="50165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(cm)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FORMICA</a:t>
                      </a: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s-CO" sz="800" b="1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PYM100070</a:t>
                      </a:r>
                      <a:endParaRPr sz="800" b="1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50165" marB="0" anchor="ctr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ysDash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MELAMINA</a:t>
                      </a: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s-CO" sz="800" b="1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PYM100070</a:t>
                      </a:r>
                      <a:endParaRPr sz="800" b="1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METALICA</a:t>
                      </a: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s-CO" sz="800" b="1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PYM100073</a:t>
                      </a:r>
                      <a:endParaRPr sz="800" b="1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150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121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30</a:t>
                      </a:r>
                      <a:endParaRPr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22000100968</a:t>
                      </a:r>
                      <a:endParaRPr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81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22000103931</a:t>
                      </a:r>
                      <a:endParaRPr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81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22000103841</a:t>
                      </a:r>
                      <a:endParaRPr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81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20510"/>
                  </a:ext>
                </a:extLst>
              </a:tr>
              <a:tr h="435941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180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151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s-MX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30</a:t>
                      </a:r>
                      <a:endParaRPr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9017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22000100969</a:t>
                      </a:r>
                      <a:endParaRPr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81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22000103913</a:t>
                      </a:r>
                    </a:p>
                  </a:txBody>
                  <a:tcPr marL="0" marR="0" marT="381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22000103842</a:t>
                      </a:r>
                      <a:endParaRPr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810" marB="0" anchor="ctr">
                    <a:lnL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713904"/>
                  </a:ext>
                </a:extLst>
              </a:tr>
            </a:tbl>
          </a:graphicData>
        </a:graphic>
      </p:graphicFrame>
      <p:sp>
        <p:nvSpPr>
          <p:cNvPr id="35" name="object 35">
            <a:extLst>
              <a:ext uri="{FF2B5EF4-FFF2-40B4-BE49-F238E27FC236}">
                <a16:creationId xmlns:a16="http://schemas.microsoft.com/office/drawing/2014/main" id="{86A22B8E-4129-7E19-F715-9AF99C89AF9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10</a:t>
            </a: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38E8D54-5669-A274-3A0A-B557B660ACA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B7697CBF-4FFE-4F74-50D8-FC299C6A3685}"/>
              </a:ext>
            </a:extLst>
          </p:cNvPr>
          <p:cNvGrpSpPr/>
          <p:nvPr/>
        </p:nvGrpSpPr>
        <p:grpSpPr>
          <a:xfrm rot="16200000">
            <a:off x="2198694" y="4094160"/>
            <a:ext cx="717549" cy="85732"/>
            <a:chOff x="2025650" y="3733801"/>
            <a:chExt cx="717549" cy="85732"/>
          </a:xfrm>
        </p:grpSpPr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312900CF-2743-2314-041B-DF5B11A6F62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2041525" y="3717926"/>
              <a:ext cx="76200" cy="107950"/>
            </a:xfrm>
            <a:prstGeom prst="rect">
              <a:avLst/>
            </a:prstGeom>
          </p:spPr>
        </p:pic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0DD6464E-7429-DFB8-859C-D5BBE0335C4C}"/>
                </a:ext>
              </a:extLst>
            </p:cNvPr>
            <p:cNvSpPr/>
            <p:nvPr/>
          </p:nvSpPr>
          <p:spPr>
            <a:xfrm rot="5400000">
              <a:off x="2365375" y="3478149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123"/>
                  </a:lnTo>
                </a:path>
              </a:pathLst>
            </a:custGeom>
            <a:ln w="18542">
              <a:solidFill>
                <a:srgbClr val="7D7D7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8D7EDFE2-E401-B644-4A54-0139A59FD1A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2666999" y="3743333"/>
              <a:ext cx="76200" cy="76200"/>
            </a:xfrm>
            <a:prstGeom prst="rect">
              <a:avLst/>
            </a:prstGeom>
          </p:spPr>
        </p:pic>
      </p:grpSp>
      <p:sp>
        <p:nvSpPr>
          <p:cNvPr id="41" name="object 10">
            <a:extLst>
              <a:ext uri="{FF2B5EF4-FFF2-40B4-BE49-F238E27FC236}">
                <a16:creationId xmlns:a16="http://schemas.microsoft.com/office/drawing/2014/main" id="{872EBB73-F163-23E9-A502-0B164A015B4F}"/>
              </a:ext>
            </a:extLst>
          </p:cNvPr>
          <p:cNvSpPr txBox="1"/>
          <p:nvPr/>
        </p:nvSpPr>
        <p:spPr>
          <a:xfrm>
            <a:off x="2438400" y="4519611"/>
            <a:ext cx="3810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MX" sz="900" spc="-10" dirty="0">
                <a:latin typeface="Segoe UI Light"/>
                <a:cs typeface="Segoe UI Light"/>
              </a:rPr>
              <a:t>Falda</a:t>
            </a:r>
            <a:endParaRPr sz="900" dirty="0">
              <a:latin typeface="Segoe UI Light"/>
              <a:cs typeface="Segoe UI Ligh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6A02020-B16E-11D0-5A4E-81F99340E1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659880" y="1600200"/>
            <a:ext cx="886710" cy="73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50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C8415F-873D-3237-77C4-BC43E06A5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n 39">
            <a:extLst>
              <a:ext uri="{FF2B5EF4-FFF2-40B4-BE49-F238E27FC236}">
                <a16:creationId xmlns:a16="http://schemas.microsoft.com/office/drawing/2014/main" id="{6D103D99-5A7A-7A90-9426-C19A9FBDC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910" y="1750054"/>
            <a:ext cx="3051690" cy="2089687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6A4D983-AE24-5AE9-8825-CE375B82C3B4}"/>
              </a:ext>
            </a:extLst>
          </p:cNvPr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6C9C82A-736D-98ED-9420-8B4DCDBBBD7D}"/>
              </a:ext>
            </a:extLst>
          </p:cNvPr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7393828-A14C-31FF-B060-821FC9FF48CB}"/>
                </a:ext>
              </a:extLst>
            </p:cNvPr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BECA00-1EEC-5235-A624-B1617E5A1794}"/>
                </a:ext>
              </a:extLst>
            </p:cNvPr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45B4506-BF70-5467-1C27-0CF073B466F2}"/>
                </a:ext>
              </a:extLst>
            </p:cNvPr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0A140C30-7CEC-EFF5-D575-BB729AC1D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810601"/>
              </p:ext>
            </p:extLst>
          </p:nvPr>
        </p:nvGraphicFramePr>
        <p:xfrm>
          <a:off x="7771130" y="925708"/>
          <a:ext cx="3889794" cy="3329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7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3995">
                <a:tc gridSpan="6"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ACCESORIOS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ALTO</a:t>
                      </a:r>
                      <a:endParaRPr lang="es-MX" sz="800" b="1" spc="-10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lang="es-MX" sz="8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8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lang="es-MX" sz="800" b="1" spc="-10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8255" marR="39370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DUCTO</a:t>
                      </a:r>
                      <a:r>
                        <a:rPr lang="es-MX" sz="800" spc="-20" dirty="0">
                          <a:latin typeface="Calibri"/>
                          <a:cs typeface="Calibri"/>
                        </a:rPr>
                        <a:t> BAJANTE DE PISO</a:t>
                      </a:r>
                      <a:r>
                        <a:rPr sz="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s-MX" sz="800" spc="-10" dirty="0">
                          <a:latin typeface="Calibri"/>
                          <a:cs typeface="Calibri"/>
                        </a:rPr>
                        <a:t>TKAC120000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50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s-CO"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lang="es-CO" sz="800" dirty="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MX" sz="800" spc="-20" dirty="0">
                          <a:latin typeface="Calibri"/>
                          <a:cs typeface="Calibri"/>
                        </a:rPr>
                        <a:t>10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s-MX"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s-CO"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CO" sz="800" dirty="0"/>
                        <a:t>22000104949</a:t>
                      </a: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lang="es-MX" sz="800" spc="-10" dirty="0">
                          <a:latin typeface="Calibri"/>
                          <a:cs typeface="Calibri"/>
                        </a:rPr>
                        <a:t>LAMINA DE UNION SUPERFICIE</a:t>
                      </a:r>
                    </a:p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lang="es-MX" sz="800" spc="-10" dirty="0">
                          <a:latin typeface="Calibri"/>
                          <a:cs typeface="Calibri"/>
                        </a:rPr>
                        <a:t>MAC390020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9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MX" sz="800" spc="-20" dirty="0">
                          <a:latin typeface="Calibri"/>
                          <a:cs typeface="Calibri"/>
                        </a:rPr>
                        <a:t>15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8.5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22000109449</a:t>
                      </a:r>
                      <a:endParaRPr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9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ACOPLE CAJA TOMAS A PARED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8.5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23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4.5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s-CO" sz="800" dirty="0"/>
                        <a:t>22000137143</a:t>
                      </a:r>
                      <a:endParaRPr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890913"/>
                  </a:ext>
                </a:extLst>
              </a:tr>
            </a:tbl>
          </a:graphicData>
        </a:graphic>
      </p:graphicFrame>
      <p:sp>
        <p:nvSpPr>
          <p:cNvPr id="11" name="object 11">
            <a:extLst>
              <a:ext uri="{FF2B5EF4-FFF2-40B4-BE49-F238E27FC236}">
                <a16:creationId xmlns:a16="http://schemas.microsoft.com/office/drawing/2014/main" id="{C24DD582-D134-5484-0813-4DED396D4010}"/>
              </a:ext>
            </a:extLst>
          </p:cNvPr>
          <p:cNvSpPr txBox="1"/>
          <p:nvPr/>
        </p:nvSpPr>
        <p:spPr>
          <a:xfrm>
            <a:off x="7718297" y="4428705"/>
            <a:ext cx="1863089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 Y RESTRICCIONES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 dirty="0">
              <a:latin typeface="Trebuchet MS"/>
              <a:cs typeface="Trebuchet MS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Estos</a:t>
            </a:r>
            <a:r>
              <a:rPr sz="900" spc="-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Segoe UI Light"/>
                <a:cs typeface="Segoe UI Light"/>
              </a:rPr>
              <a:t>elementos</a:t>
            </a:r>
            <a:r>
              <a:rPr sz="900" spc="-5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no</a:t>
            </a:r>
            <a:r>
              <a:rPr sz="900" spc="3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900" spc="1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rematables.</a:t>
            </a:r>
            <a:endParaRPr sz="900" dirty="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Definir</a:t>
            </a:r>
            <a:r>
              <a:rPr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acabado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dirty="0">
                <a:solidFill>
                  <a:srgbClr val="4D4D4D"/>
                </a:solidFill>
                <a:latin typeface="Segoe UI Light"/>
                <a:cs typeface="Segoe UI Light"/>
              </a:rPr>
              <a:t>de</a:t>
            </a:r>
            <a:r>
              <a:rPr sz="900" spc="-5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900" spc="-10" dirty="0">
                <a:solidFill>
                  <a:srgbClr val="4D4D4D"/>
                </a:solidFill>
                <a:latin typeface="Segoe UI Light"/>
                <a:cs typeface="Segoe UI Light"/>
              </a:rPr>
              <a:t>pintura.</a:t>
            </a:r>
            <a:endParaRPr sz="900" dirty="0">
              <a:latin typeface="Segoe UI Light"/>
              <a:cs typeface="Segoe UI Ligh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6E2C8F1-48A2-C664-AF06-DDE3FA3EBA9C}"/>
              </a:ext>
            </a:extLst>
          </p:cNvPr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BBF4115-113B-BA74-0501-14F65DE1FE7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23</a:t>
            </a: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C10B84AB-75E7-1090-B458-5DD05BF99CF5}"/>
              </a:ext>
            </a:extLst>
          </p:cNvPr>
          <p:cNvSpPr txBox="1">
            <a:spLocks/>
          </p:cNvSpPr>
          <p:nvPr/>
        </p:nvSpPr>
        <p:spPr>
          <a:xfrm>
            <a:off x="655116" y="395096"/>
            <a:ext cx="414972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s-CO" dirty="0" err="1"/>
              <a:t>Koncisa</a:t>
            </a:r>
            <a:r>
              <a:rPr lang="es-CO" spc="-130" dirty="0"/>
              <a:t> </a:t>
            </a:r>
            <a:r>
              <a:rPr lang="es-CO" dirty="0">
                <a:solidFill>
                  <a:srgbClr val="232323"/>
                </a:solidFill>
              </a:rPr>
              <a:t>P</a:t>
            </a:r>
            <a:r>
              <a:rPr lang="es-CO" sz="2500" dirty="0"/>
              <a:t>lus</a:t>
            </a:r>
            <a:r>
              <a:rPr lang="es-CO" dirty="0">
                <a:solidFill>
                  <a:srgbClr val="232323"/>
                </a:solidFill>
              </a:rPr>
              <a:t> </a:t>
            </a:r>
            <a:r>
              <a:rPr lang="es-CO"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 Líder</a:t>
            </a:r>
            <a:endParaRPr lang="es-CO" sz="1400" dirty="0">
              <a:latin typeface="Segoe UI Light"/>
              <a:cs typeface="Segoe UI Light"/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1AA539EB-053A-DE58-0693-4C75197CC66A}"/>
              </a:ext>
            </a:extLst>
          </p:cNvPr>
          <p:cNvGrpSpPr/>
          <p:nvPr/>
        </p:nvGrpSpPr>
        <p:grpSpPr>
          <a:xfrm>
            <a:off x="986910" y="1107838"/>
            <a:ext cx="2480990" cy="2772629"/>
            <a:chOff x="1251734" y="1392045"/>
            <a:chExt cx="3059131" cy="3418731"/>
          </a:xfrm>
        </p:grpSpPr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1251569E-AF09-972D-8DF8-91EB02F1E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1734" y="1459903"/>
              <a:ext cx="3059131" cy="3350873"/>
            </a:xfrm>
            <a:prstGeom prst="rect">
              <a:avLst/>
            </a:prstGeom>
          </p:spPr>
        </p:pic>
        <p:sp>
          <p:nvSpPr>
            <p:cNvPr id="24" name="object 10">
              <a:extLst>
                <a:ext uri="{FF2B5EF4-FFF2-40B4-BE49-F238E27FC236}">
                  <a16:creationId xmlns:a16="http://schemas.microsoft.com/office/drawing/2014/main" id="{21778A26-DB51-FE01-3B96-FFB87AD2966F}"/>
                </a:ext>
              </a:extLst>
            </p:cNvPr>
            <p:cNvSpPr txBox="1"/>
            <p:nvPr/>
          </p:nvSpPr>
          <p:spPr>
            <a:xfrm>
              <a:off x="1405467" y="4268830"/>
              <a:ext cx="1143000" cy="1513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lang="es-MX" sz="900" spc="-10" dirty="0">
                  <a:latin typeface="Segoe UI Light"/>
                  <a:cs typeface="Segoe UI Light"/>
                </a:rPr>
                <a:t>Ducto bajante de piso</a:t>
              </a:r>
              <a:endParaRPr sz="900" dirty="0">
                <a:latin typeface="Segoe UI Light"/>
                <a:cs typeface="Segoe UI Light"/>
              </a:endParaRPr>
            </a:p>
          </p:txBody>
        </p: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72AFCDED-655A-252C-BD90-479630A2CC99}"/>
                </a:ext>
              </a:extLst>
            </p:cNvPr>
            <p:cNvGrpSpPr/>
            <p:nvPr/>
          </p:nvGrpSpPr>
          <p:grpSpPr>
            <a:xfrm rot="10800000">
              <a:off x="1875367" y="3472239"/>
              <a:ext cx="76201" cy="783115"/>
              <a:chOff x="5392800" y="4236739"/>
              <a:chExt cx="76201" cy="783115"/>
            </a:xfrm>
          </p:grpSpPr>
          <p:sp>
            <p:nvSpPr>
              <p:cNvPr id="26" name="object 18">
                <a:extLst>
                  <a:ext uri="{FF2B5EF4-FFF2-40B4-BE49-F238E27FC236}">
                    <a16:creationId xmlns:a16="http://schemas.microsoft.com/office/drawing/2014/main" id="{18ED63B9-E790-0DC4-2D91-BDE1DC86C929}"/>
                  </a:ext>
                </a:extLst>
              </p:cNvPr>
              <p:cNvSpPr/>
              <p:nvPr/>
            </p:nvSpPr>
            <p:spPr>
              <a:xfrm>
                <a:off x="5430900" y="4333595"/>
                <a:ext cx="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h="647700">
                    <a:moveTo>
                      <a:pt x="0" y="0"/>
                    </a:moveTo>
                    <a:lnTo>
                      <a:pt x="0" y="647573"/>
                    </a:lnTo>
                  </a:path>
                </a:pathLst>
              </a:custGeom>
              <a:ln w="16001">
                <a:solidFill>
                  <a:srgbClr val="7D7D7D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7" name="object 19">
                <a:extLst>
                  <a:ext uri="{FF2B5EF4-FFF2-40B4-BE49-F238E27FC236}">
                    <a16:creationId xmlns:a16="http://schemas.microsoft.com/office/drawing/2014/main" id="{C851CCC6-3F88-3035-34CD-6E9B3F82E72A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392801" y="4943654"/>
                <a:ext cx="76200" cy="76200"/>
              </a:xfrm>
              <a:prstGeom prst="rect">
                <a:avLst/>
              </a:prstGeom>
            </p:spPr>
          </p:pic>
          <p:pic>
            <p:nvPicPr>
              <p:cNvPr id="28" name="object 20">
                <a:extLst>
                  <a:ext uri="{FF2B5EF4-FFF2-40B4-BE49-F238E27FC236}">
                    <a16:creationId xmlns:a16="http://schemas.microsoft.com/office/drawing/2014/main" id="{CD7C8D4A-427E-1732-0D83-24FA3B76B6ED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392800" y="4236739"/>
                <a:ext cx="76200" cy="76073"/>
              </a:xfrm>
              <a:prstGeom prst="rect">
                <a:avLst/>
              </a:prstGeom>
            </p:spPr>
          </p:pic>
        </p:grpSp>
        <p:sp>
          <p:nvSpPr>
            <p:cNvPr id="30" name="object 10">
              <a:extLst>
                <a:ext uri="{FF2B5EF4-FFF2-40B4-BE49-F238E27FC236}">
                  <a16:creationId xmlns:a16="http://schemas.microsoft.com/office/drawing/2014/main" id="{FFB73809-BA55-BDAB-1033-365F94195A5E}"/>
                </a:ext>
              </a:extLst>
            </p:cNvPr>
            <p:cNvSpPr txBox="1"/>
            <p:nvPr/>
          </p:nvSpPr>
          <p:spPr>
            <a:xfrm>
              <a:off x="1726068" y="1392045"/>
              <a:ext cx="1796266" cy="18658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lang="es-MX" sz="900" spc="-10" dirty="0">
                  <a:latin typeface="Segoe UI Light"/>
                  <a:cs typeface="Segoe UI Light"/>
                </a:rPr>
                <a:t>Lamina unión superficies</a:t>
              </a:r>
              <a:endParaRPr sz="900" dirty="0">
                <a:latin typeface="Segoe UI Light"/>
                <a:cs typeface="Segoe UI Light"/>
              </a:endParaRPr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6561E8A6-0663-DFE1-0424-4BCE4B6D7C3F}"/>
                </a:ext>
              </a:extLst>
            </p:cNvPr>
            <p:cNvGrpSpPr/>
            <p:nvPr/>
          </p:nvGrpSpPr>
          <p:grpSpPr>
            <a:xfrm>
              <a:off x="2438400" y="1600200"/>
              <a:ext cx="76201" cy="783115"/>
              <a:chOff x="5392800" y="4236739"/>
              <a:chExt cx="76201" cy="783115"/>
            </a:xfrm>
          </p:grpSpPr>
          <p:sp>
            <p:nvSpPr>
              <p:cNvPr id="32" name="object 18">
                <a:extLst>
                  <a:ext uri="{FF2B5EF4-FFF2-40B4-BE49-F238E27FC236}">
                    <a16:creationId xmlns:a16="http://schemas.microsoft.com/office/drawing/2014/main" id="{EF23B328-973F-7638-55CA-D1CD22251966}"/>
                  </a:ext>
                </a:extLst>
              </p:cNvPr>
              <p:cNvSpPr/>
              <p:nvPr/>
            </p:nvSpPr>
            <p:spPr>
              <a:xfrm>
                <a:off x="5430900" y="4333595"/>
                <a:ext cx="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h="647700">
                    <a:moveTo>
                      <a:pt x="0" y="0"/>
                    </a:moveTo>
                    <a:lnTo>
                      <a:pt x="0" y="647573"/>
                    </a:lnTo>
                  </a:path>
                </a:pathLst>
              </a:custGeom>
              <a:ln w="16001">
                <a:solidFill>
                  <a:srgbClr val="7D7D7D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3" name="object 19">
                <a:extLst>
                  <a:ext uri="{FF2B5EF4-FFF2-40B4-BE49-F238E27FC236}">
                    <a16:creationId xmlns:a16="http://schemas.microsoft.com/office/drawing/2014/main" id="{3847CAD4-1999-E007-27B1-BBEA7899A01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392801" y="4943654"/>
                <a:ext cx="76200" cy="76200"/>
              </a:xfrm>
              <a:prstGeom prst="rect">
                <a:avLst/>
              </a:prstGeom>
            </p:spPr>
          </p:pic>
          <p:pic>
            <p:nvPicPr>
              <p:cNvPr id="34" name="object 20">
                <a:extLst>
                  <a:ext uri="{FF2B5EF4-FFF2-40B4-BE49-F238E27FC236}">
                    <a16:creationId xmlns:a16="http://schemas.microsoft.com/office/drawing/2014/main" id="{8C01BA0F-EE5F-A6FF-26B9-EB66A9313CFE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392800" y="4236739"/>
                <a:ext cx="76200" cy="76073"/>
              </a:xfrm>
              <a:prstGeom prst="rect">
                <a:avLst/>
              </a:prstGeom>
            </p:spPr>
          </p:pic>
        </p:grpSp>
      </p:grpSp>
      <p:pic>
        <p:nvPicPr>
          <p:cNvPr id="51" name="Imagen 50">
            <a:extLst>
              <a:ext uri="{FF2B5EF4-FFF2-40B4-BE49-F238E27FC236}">
                <a16:creationId xmlns:a16="http://schemas.microsoft.com/office/drawing/2014/main" id="{729FA061-196F-B8D4-DB97-68948DF8A2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934" b="1"/>
          <a:stretch>
            <a:fillRect/>
          </a:stretch>
        </p:blipFill>
        <p:spPr>
          <a:xfrm>
            <a:off x="8103956" y="1392770"/>
            <a:ext cx="212476" cy="914400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F7F71835-39CF-AA5B-0DC6-D50C94EEBD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8976" y="2569832"/>
            <a:ext cx="737331" cy="45013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CB128C6-6460-3201-E14A-02A851CBD5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4685" y="3368317"/>
            <a:ext cx="775915" cy="67892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CCEB07B-9BEE-089E-6582-0824BA7376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754" y="3962400"/>
            <a:ext cx="2275846" cy="247692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B9010EC-F92C-1EE8-A87B-D9125616CE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8246" y="4166209"/>
            <a:ext cx="2877210" cy="1918140"/>
          </a:xfrm>
          <a:prstGeom prst="rect">
            <a:avLst/>
          </a:prstGeom>
        </p:spPr>
      </p:pic>
      <p:pic>
        <p:nvPicPr>
          <p:cNvPr id="23" name="object 23">
            <a:extLst>
              <a:ext uri="{FF2B5EF4-FFF2-40B4-BE49-F238E27FC236}">
                <a16:creationId xmlns:a16="http://schemas.microsoft.com/office/drawing/2014/main" id="{A44B0E00-D071-5969-F57F-0900578EC8E3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91098" y="5350766"/>
            <a:ext cx="76200" cy="107950"/>
          </a:xfrm>
          <a:prstGeom prst="rect">
            <a:avLst/>
          </a:prstGeom>
        </p:spPr>
      </p:pic>
      <p:sp>
        <p:nvSpPr>
          <p:cNvPr id="29" name="object 24">
            <a:extLst>
              <a:ext uri="{FF2B5EF4-FFF2-40B4-BE49-F238E27FC236}">
                <a16:creationId xmlns:a16="http://schemas.microsoft.com/office/drawing/2014/main" id="{CA09A7DB-3E5B-0508-ACD0-72385D6E0265}"/>
              </a:ext>
            </a:extLst>
          </p:cNvPr>
          <p:cNvSpPr/>
          <p:nvPr/>
        </p:nvSpPr>
        <p:spPr>
          <a:xfrm>
            <a:off x="2461751" y="5570538"/>
            <a:ext cx="218919" cy="594041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0"/>
                </a:moveTo>
                <a:lnTo>
                  <a:pt x="0" y="603123"/>
                </a:lnTo>
              </a:path>
            </a:pathLst>
          </a:custGeom>
          <a:ln w="18542">
            <a:solidFill>
              <a:srgbClr val="7D7D7D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25">
            <a:extLst>
              <a:ext uri="{FF2B5EF4-FFF2-40B4-BE49-F238E27FC236}">
                <a16:creationId xmlns:a16="http://schemas.microsoft.com/office/drawing/2014/main" id="{5BE0601C-CD3D-24C1-0A33-D0B0C932BAC4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29478" y="5494339"/>
            <a:ext cx="76200" cy="76200"/>
          </a:xfrm>
          <a:prstGeom prst="rect">
            <a:avLst/>
          </a:prstGeom>
        </p:spPr>
      </p:pic>
      <p:sp>
        <p:nvSpPr>
          <p:cNvPr id="37" name="object 10">
            <a:extLst>
              <a:ext uri="{FF2B5EF4-FFF2-40B4-BE49-F238E27FC236}">
                <a16:creationId xmlns:a16="http://schemas.microsoft.com/office/drawing/2014/main" id="{2CED3FBA-ACFD-2BA6-AEB9-7236EFD6EEE1}"/>
              </a:ext>
            </a:extLst>
          </p:cNvPr>
          <p:cNvSpPr txBox="1"/>
          <p:nvPr/>
        </p:nvSpPr>
        <p:spPr>
          <a:xfrm>
            <a:off x="3215817" y="6034777"/>
            <a:ext cx="98478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s-MX" sz="900" spc="-10" dirty="0">
                <a:latin typeface="Segoe UI Light"/>
                <a:cs typeface="Segoe UI Light"/>
              </a:rPr>
              <a:t>Acople caja tomas a pared</a:t>
            </a:r>
            <a:endParaRPr sz="900" dirty="0">
              <a:latin typeface="Segoe UI Light"/>
              <a:cs typeface="Segoe UI Light"/>
            </a:endParaRPr>
          </a:p>
        </p:txBody>
      </p:sp>
      <p:sp>
        <p:nvSpPr>
          <p:cNvPr id="38" name="object 24">
            <a:extLst>
              <a:ext uri="{FF2B5EF4-FFF2-40B4-BE49-F238E27FC236}">
                <a16:creationId xmlns:a16="http://schemas.microsoft.com/office/drawing/2014/main" id="{6BE43A20-7211-D4D1-FA13-6BBFC22518E1}"/>
              </a:ext>
            </a:extLst>
          </p:cNvPr>
          <p:cNvSpPr/>
          <p:nvPr/>
        </p:nvSpPr>
        <p:spPr>
          <a:xfrm rot="5400000">
            <a:off x="2641145" y="5972450"/>
            <a:ext cx="218919" cy="594041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0"/>
                </a:moveTo>
                <a:lnTo>
                  <a:pt x="0" y="603123"/>
                </a:lnTo>
              </a:path>
            </a:pathLst>
          </a:custGeom>
          <a:ln w="18542">
            <a:solidFill>
              <a:srgbClr val="7D7D7D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4">
            <a:extLst>
              <a:ext uri="{FF2B5EF4-FFF2-40B4-BE49-F238E27FC236}">
                <a16:creationId xmlns:a16="http://schemas.microsoft.com/office/drawing/2014/main" id="{FDB2D7AC-4A26-EA93-1432-1C88E2D397D8}"/>
              </a:ext>
            </a:extLst>
          </p:cNvPr>
          <p:cNvSpPr/>
          <p:nvPr/>
        </p:nvSpPr>
        <p:spPr>
          <a:xfrm rot="5400000">
            <a:off x="4576838" y="5941358"/>
            <a:ext cx="218919" cy="685800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0"/>
                </a:moveTo>
                <a:lnTo>
                  <a:pt x="0" y="603123"/>
                </a:lnTo>
              </a:path>
            </a:pathLst>
          </a:custGeom>
          <a:ln w="18542">
            <a:solidFill>
              <a:srgbClr val="7D7D7D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4">
            <a:extLst>
              <a:ext uri="{FF2B5EF4-FFF2-40B4-BE49-F238E27FC236}">
                <a16:creationId xmlns:a16="http://schemas.microsoft.com/office/drawing/2014/main" id="{D4D43AD4-87E9-C030-ED79-607FB33945D7}"/>
              </a:ext>
            </a:extLst>
          </p:cNvPr>
          <p:cNvSpPr/>
          <p:nvPr/>
        </p:nvSpPr>
        <p:spPr>
          <a:xfrm>
            <a:off x="5029200" y="5458716"/>
            <a:ext cx="218919" cy="701295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0"/>
                </a:moveTo>
                <a:lnTo>
                  <a:pt x="0" y="603123"/>
                </a:lnTo>
              </a:path>
            </a:pathLst>
          </a:custGeom>
          <a:ln w="18542">
            <a:solidFill>
              <a:srgbClr val="7D7D7D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23">
            <a:extLst>
              <a:ext uri="{FF2B5EF4-FFF2-40B4-BE49-F238E27FC236}">
                <a16:creationId xmlns:a16="http://schemas.microsoft.com/office/drawing/2014/main" id="{1D87C9D6-C60F-C70E-BECF-5A7DE4701110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96222" y="6099136"/>
            <a:ext cx="76200" cy="107950"/>
          </a:xfrm>
          <a:prstGeom prst="rect">
            <a:avLst/>
          </a:prstGeom>
        </p:spPr>
      </p:pic>
      <p:pic>
        <p:nvPicPr>
          <p:cNvPr id="46" name="object 23">
            <a:extLst>
              <a:ext uri="{FF2B5EF4-FFF2-40B4-BE49-F238E27FC236}">
                <a16:creationId xmlns:a16="http://schemas.microsoft.com/office/drawing/2014/main" id="{D4F329BF-B6F3-5E24-C762-1CEFEC7A57A3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35113" y="6084349"/>
            <a:ext cx="76200" cy="10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68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4E08D4-D68B-DE1C-AA37-D7CEF6124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E0F76223-3D1B-5F4B-6A66-B215861A7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89" y="4057297"/>
            <a:ext cx="2650410" cy="175299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34387C0-454F-A583-A5DF-704320240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62" y="1545498"/>
            <a:ext cx="2858038" cy="187598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18B340B-6FCB-218C-3AAB-ADF64EC9F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819759" y="1553019"/>
            <a:ext cx="2858038" cy="187598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899E0A8-D21B-09F2-BD9E-4280B7399523}"/>
              </a:ext>
            </a:extLst>
          </p:cNvPr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74FFB5E2-F7B2-CAFF-CB33-2D07FEEE8456}"/>
              </a:ext>
            </a:extLst>
          </p:cNvPr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6229E22-2B8C-5831-AA64-79F069A90F39}"/>
                </a:ext>
              </a:extLst>
            </p:cNvPr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E19D960-CA5C-AA72-2CDA-2801DAAE2B9B}"/>
                </a:ext>
              </a:extLst>
            </p:cNvPr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7DB4507-7CE6-203D-61C4-4783E15ED2DC}"/>
                </a:ext>
              </a:extLst>
            </p:cNvPr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BBB24951-F25B-09B7-B349-9FB5291878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175" dirty="0">
                <a:solidFill>
                  <a:srgbClr val="232323"/>
                </a:solidFill>
              </a:rPr>
              <a:t> </a:t>
            </a:r>
            <a:r>
              <a:rPr dirty="0">
                <a:solidFill>
                  <a:srgbClr val="232323"/>
                </a:solidFill>
              </a:rPr>
              <a:t>P</a:t>
            </a:r>
            <a:r>
              <a:rPr sz="2500" dirty="0"/>
              <a:t>lus</a:t>
            </a:r>
            <a:r>
              <a:rPr sz="2500" spc="60" dirty="0"/>
              <a:t> </a:t>
            </a:r>
            <a:r>
              <a:rPr lang="es-MX"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Puestos Líder con </a:t>
            </a:r>
            <a:r>
              <a:rPr lang="es-MX" sz="1400" b="0" i="1" spc="-20" dirty="0" err="1">
                <a:solidFill>
                  <a:srgbClr val="494646"/>
                </a:solidFill>
                <a:latin typeface="Segoe UI Light"/>
                <a:cs typeface="Segoe UI Light"/>
              </a:rPr>
              <a:t>credenza</a:t>
            </a:r>
            <a:endParaRPr sz="1400" dirty="0">
              <a:latin typeface="Segoe UI Light"/>
              <a:cs typeface="Segoe UI Ligh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EEF4C4B-0A86-6714-7F6F-2DBC61A71C9C}"/>
              </a:ext>
            </a:extLst>
          </p:cNvPr>
          <p:cNvSpPr txBox="1"/>
          <p:nvPr/>
        </p:nvSpPr>
        <p:spPr>
          <a:xfrm>
            <a:off x="7922699" y="4776116"/>
            <a:ext cx="183090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 Y RESTRICCIONES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97810A5-C6F6-5923-B9B0-F730556495D4}"/>
              </a:ext>
            </a:extLst>
          </p:cNvPr>
          <p:cNvSpPr txBox="1"/>
          <p:nvPr/>
        </p:nvSpPr>
        <p:spPr>
          <a:xfrm>
            <a:off x="7872280" y="5002215"/>
            <a:ext cx="3733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785" algn="l"/>
              </a:tabLst>
            </a:pPr>
            <a:r>
              <a:rPr sz="80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800" spc="4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lang="es-MX"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Viga </a:t>
            </a:r>
            <a:r>
              <a:rPr lang="es-MX"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es </a:t>
            </a:r>
            <a:r>
              <a:rPr lang="es-MX" sz="800" spc="-50" dirty="0" err="1">
                <a:solidFill>
                  <a:srgbClr val="4D4D4D"/>
                </a:solidFill>
                <a:latin typeface="Segoe UI Light"/>
                <a:cs typeface="Segoe UI Light"/>
              </a:rPr>
              <a:t>rematable</a:t>
            </a:r>
            <a:r>
              <a:rPr lang="es-MX" sz="800" spc="-50" dirty="0">
                <a:solidFill>
                  <a:srgbClr val="4D4D4D"/>
                </a:solidFill>
                <a:latin typeface="Segoe UI Light"/>
                <a:cs typeface="Segoe UI Light"/>
              </a:rPr>
              <a:t> en largo desde</a:t>
            </a:r>
            <a:r>
              <a:rPr sz="800" spc="4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150cm</a:t>
            </a:r>
            <a:r>
              <a:rPr lang="es-MX"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 hasta 180cm.</a:t>
            </a:r>
            <a:endParaRPr sz="800" dirty="0"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Las</a:t>
            </a:r>
            <a:r>
              <a:rPr sz="800" spc="3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lang="es-MX" sz="8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credenzas</a:t>
            </a:r>
            <a:r>
              <a:rPr lang="es-MX"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son</a:t>
            </a:r>
            <a:r>
              <a:rPr sz="800" spc="1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dirty="0">
                <a:solidFill>
                  <a:srgbClr val="4D4D4D"/>
                </a:solidFill>
                <a:latin typeface="Segoe UI Light"/>
                <a:cs typeface="Segoe UI Light"/>
              </a:rPr>
              <a:t>rematables </a:t>
            </a:r>
            <a:r>
              <a:rPr lang="es-MX" sz="800" dirty="0">
                <a:solidFill>
                  <a:srgbClr val="4D4D4D"/>
                </a:solidFill>
                <a:latin typeface="Segoe UI Light"/>
                <a:cs typeface="Segoe UI Light"/>
              </a:rPr>
              <a:t>en largo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1</a:t>
            </a:r>
            <a:r>
              <a:rPr lang="es-MX"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5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0</a:t>
            </a:r>
            <a:r>
              <a:rPr lang="es-MX"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20" dirty="0">
                <a:solidFill>
                  <a:srgbClr val="4D4D4D"/>
                </a:solidFill>
                <a:latin typeface="Segoe UI Light"/>
                <a:cs typeface="Segoe UI Light"/>
              </a:rPr>
              <a:t>hasta</a:t>
            </a:r>
            <a:r>
              <a:rPr sz="800" spc="25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1</a:t>
            </a:r>
            <a:r>
              <a:rPr lang="es-MX"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8</a:t>
            </a:r>
            <a:r>
              <a:rPr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0cm.</a:t>
            </a:r>
            <a:endParaRPr lang="es-MX" sz="800" spc="-10" dirty="0">
              <a:solidFill>
                <a:srgbClr val="4D4D4D"/>
              </a:solidFill>
              <a:latin typeface="Segoe UI Light"/>
              <a:cs typeface="Segoe UI Light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lang="es-CO" sz="800" spc="-10" dirty="0">
                <a:solidFill>
                  <a:srgbClr val="4D4D4D"/>
                </a:solidFill>
                <a:latin typeface="Segoe UI Light"/>
                <a:cs typeface="Segoe UI Light"/>
              </a:rPr>
              <a:t>Cuando se utilice superficie de ancho  mayor  a 60cm, la superficie sobresale del puesto la mitad del excedente, es decir, para superficie de 75cm sobresale 15cm/2 = </a:t>
            </a:r>
            <a:r>
              <a:rPr lang="es-CO" sz="800" b="1" spc="-10" dirty="0">
                <a:solidFill>
                  <a:srgbClr val="4D4D4D"/>
                </a:solidFill>
                <a:latin typeface="Segoe UI Light"/>
                <a:cs typeface="Segoe UI Light"/>
              </a:rPr>
              <a:t>7.5cm</a:t>
            </a:r>
            <a:endParaRPr sz="800" b="1" dirty="0">
              <a:latin typeface="Segoe UI Light"/>
              <a:cs typeface="Segoe UI Light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63304D7-74A3-84C9-6D51-683F549A6652}"/>
              </a:ext>
            </a:extLst>
          </p:cNvPr>
          <p:cNvSpPr txBox="1"/>
          <p:nvPr/>
        </p:nvSpPr>
        <p:spPr>
          <a:xfrm>
            <a:off x="1942985" y="3619106"/>
            <a:ext cx="1648126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Viga conectora a </a:t>
            </a: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credenza</a:t>
            </a:r>
            <a:endParaRPr sz="900" dirty="0">
              <a:latin typeface="Segoe UI Light"/>
              <a:cs typeface="Segoe UI Light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BC30F36C-E057-4A59-7B7A-DEA4517FA680}"/>
              </a:ext>
            </a:extLst>
          </p:cNvPr>
          <p:cNvGrpSpPr/>
          <p:nvPr/>
        </p:nvGrpSpPr>
        <p:grpSpPr>
          <a:xfrm>
            <a:off x="2310068" y="3814310"/>
            <a:ext cx="76200" cy="808355"/>
            <a:chOff x="2196083" y="4762500"/>
            <a:chExt cx="76200" cy="808355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FEF77E24-347E-099B-9477-75BA683C8CD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6083" y="5462777"/>
              <a:ext cx="76200" cy="107822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BA279C6C-BA16-AB64-E667-6421536D7135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59206676-883D-F672-40A9-54590F03B88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pic>
        <p:nvPicPr>
          <p:cNvPr id="24" name="object 24">
            <a:extLst>
              <a:ext uri="{FF2B5EF4-FFF2-40B4-BE49-F238E27FC236}">
                <a16:creationId xmlns:a16="http://schemas.microsoft.com/office/drawing/2014/main" id="{12FD5B91-386D-A3B6-81B4-0DEAC2B824FE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5632" y="2927985"/>
            <a:ext cx="65656" cy="76200"/>
          </a:xfrm>
          <a:prstGeom prst="rect">
            <a:avLst/>
          </a:prstGeom>
        </p:spPr>
      </p:pic>
      <p:sp>
        <p:nvSpPr>
          <p:cNvPr id="27" name="object 27">
            <a:extLst>
              <a:ext uri="{FF2B5EF4-FFF2-40B4-BE49-F238E27FC236}">
                <a16:creationId xmlns:a16="http://schemas.microsoft.com/office/drawing/2014/main" id="{1D66AC23-E9FE-E7DA-2551-453179E8C89F}"/>
              </a:ext>
            </a:extLst>
          </p:cNvPr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D7D570E-7D37-23EB-A9A7-AAE228E7800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19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6A468CF-204F-1112-A792-F1C8D4B5D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482691"/>
              </p:ext>
            </p:extLst>
          </p:nvPr>
        </p:nvGraphicFramePr>
        <p:xfrm>
          <a:off x="7924800" y="2888057"/>
          <a:ext cx="3733800" cy="1809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6516">
                  <a:extLst>
                    <a:ext uri="{9D8B030D-6E8A-4147-A177-3AD203B41FA5}">
                      <a16:colId xmlns:a16="http://schemas.microsoft.com/office/drawing/2014/main" val="1679655706"/>
                    </a:ext>
                  </a:extLst>
                </a:gridCol>
                <a:gridCol w="672693">
                  <a:extLst>
                    <a:ext uri="{9D8B030D-6E8A-4147-A177-3AD203B41FA5}">
                      <a16:colId xmlns:a16="http://schemas.microsoft.com/office/drawing/2014/main" val="4074052315"/>
                    </a:ext>
                  </a:extLst>
                </a:gridCol>
                <a:gridCol w="359103">
                  <a:extLst>
                    <a:ext uri="{9D8B030D-6E8A-4147-A177-3AD203B41FA5}">
                      <a16:colId xmlns:a16="http://schemas.microsoft.com/office/drawing/2014/main" val="2596127649"/>
                    </a:ext>
                  </a:extLst>
                </a:gridCol>
                <a:gridCol w="359103">
                  <a:extLst>
                    <a:ext uri="{9D8B030D-6E8A-4147-A177-3AD203B41FA5}">
                      <a16:colId xmlns:a16="http://schemas.microsoft.com/office/drawing/2014/main" val="263916547"/>
                    </a:ext>
                  </a:extLst>
                </a:gridCol>
                <a:gridCol w="646385">
                  <a:extLst>
                    <a:ext uri="{9D8B030D-6E8A-4147-A177-3AD203B41FA5}">
                      <a16:colId xmlns:a16="http://schemas.microsoft.com/office/drawing/2014/main" val="3694464399"/>
                    </a:ext>
                  </a:extLst>
                </a:gridCol>
              </a:tblGrid>
              <a:tr h="184150">
                <a:tc gridSpan="5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VIGA CONECTORA A CREDENZA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187215"/>
                  </a:ext>
                </a:extLst>
              </a:tr>
              <a:tr h="924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NOMINAL SUP PRINCIPAL        (cm)</a:t>
                      </a:r>
                      <a:endParaRPr lang="es-MX" sz="800" dirty="0">
                        <a:latin typeface="+mn-lt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endParaRPr lang="es-MX" sz="800" dirty="0">
                        <a:latin typeface="+mn-lt"/>
                        <a:cs typeface="Calibri"/>
                      </a:endParaRPr>
                    </a:p>
                  </a:txBody>
                  <a:tcPr marL="0" marR="0" marT="55244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lang="es-CO" sz="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-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77800"/>
                  </a:ext>
                </a:extLst>
              </a:tr>
              <a:tr h="34726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150</a:t>
                      </a:r>
                      <a:endParaRPr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53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145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dirty="0"/>
                        <a:t>22000137107</a:t>
                      </a:r>
                      <a:r>
                        <a:rPr lang="es-CO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549387"/>
                  </a:ext>
                </a:extLst>
              </a:tr>
              <a:tr h="3521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165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032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53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>
                          <a:latin typeface="Calibri"/>
                          <a:cs typeface="Calibri"/>
                        </a:rPr>
                        <a:t>157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dirty="0"/>
                        <a:t>22000137108</a:t>
                      </a:r>
                      <a:endParaRPr lang="es-CO"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7258607"/>
                  </a:ext>
                </a:extLst>
              </a:tr>
              <a:tr h="3834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180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032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53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spc="-25" dirty="0">
                          <a:latin typeface="Calibri"/>
                          <a:cs typeface="Calibri"/>
                        </a:rPr>
                        <a:t>175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254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800" dirty="0"/>
                        <a:t>22000137109</a:t>
                      </a:r>
                      <a:endParaRPr lang="es-CO" sz="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577190"/>
                  </a:ext>
                </a:extLst>
              </a:tr>
            </a:tbl>
          </a:graphicData>
        </a:graphic>
      </p:graphicFrame>
      <p:grpSp>
        <p:nvGrpSpPr>
          <p:cNvPr id="36" name="object 16">
            <a:extLst>
              <a:ext uri="{FF2B5EF4-FFF2-40B4-BE49-F238E27FC236}">
                <a16:creationId xmlns:a16="http://schemas.microsoft.com/office/drawing/2014/main" id="{53601931-CAFD-0165-7D08-D9E6E134F5E0}"/>
              </a:ext>
            </a:extLst>
          </p:cNvPr>
          <p:cNvGrpSpPr/>
          <p:nvPr/>
        </p:nvGrpSpPr>
        <p:grpSpPr>
          <a:xfrm>
            <a:off x="1081329" y="1541738"/>
            <a:ext cx="62975" cy="668062"/>
            <a:chOff x="2196083" y="4762500"/>
            <a:chExt cx="76200" cy="808355"/>
          </a:xfrm>
        </p:grpSpPr>
        <p:pic>
          <p:nvPicPr>
            <p:cNvPr id="37" name="object 17">
              <a:extLst>
                <a:ext uri="{FF2B5EF4-FFF2-40B4-BE49-F238E27FC236}">
                  <a16:creationId xmlns:a16="http://schemas.microsoft.com/office/drawing/2014/main" id="{C9A0643D-4617-FDD1-1DE5-9B9F7DD0104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6083" y="5462777"/>
              <a:ext cx="76200" cy="107822"/>
            </a:xfrm>
            <a:prstGeom prst="rect">
              <a:avLst/>
            </a:prstGeom>
          </p:spPr>
        </p:pic>
        <p:sp>
          <p:nvSpPr>
            <p:cNvPr id="38" name="object 18">
              <a:extLst>
                <a:ext uri="{FF2B5EF4-FFF2-40B4-BE49-F238E27FC236}">
                  <a16:creationId xmlns:a16="http://schemas.microsoft.com/office/drawing/2014/main" id="{6335714A-B41A-4D1C-2528-3DFA0CC0DA25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19">
              <a:extLst>
                <a:ext uri="{FF2B5EF4-FFF2-40B4-BE49-F238E27FC236}">
                  <a16:creationId xmlns:a16="http://schemas.microsoft.com/office/drawing/2014/main" id="{99A483A4-A048-C68C-F9CA-2F6F9A33376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sp>
        <p:nvSpPr>
          <p:cNvPr id="40" name="object 13">
            <a:extLst>
              <a:ext uri="{FF2B5EF4-FFF2-40B4-BE49-F238E27FC236}">
                <a16:creationId xmlns:a16="http://schemas.microsoft.com/office/drawing/2014/main" id="{2060EB07-9DF0-46F6-DF96-29D25651D55D}"/>
              </a:ext>
            </a:extLst>
          </p:cNvPr>
          <p:cNvSpPr txBox="1"/>
          <p:nvPr/>
        </p:nvSpPr>
        <p:spPr>
          <a:xfrm>
            <a:off x="647514" y="1386303"/>
            <a:ext cx="1317372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Credenza</a:t>
            </a: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gavetas derecha</a:t>
            </a:r>
            <a:endParaRPr sz="900" dirty="0">
              <a:latin typeface="Segoe UI Light"/>
              <a:cs typeface="Segoe UI Light"/>
            </a:endParaRPr>
          </a:p>
        </p:txBody>
      </p:sp>
      <p:grpSp>
        <p:nvGrpSpPr>
          <p:cNvPr id="46" name="object 16">
            <a:extLst>
              <a:ext uri="{FF2B5EF4-FFF2-40B4-BE49-F238E27FC236}">
                <a16:creationId xmlns:a16="http://schemas.microsoft.com/office/drawing/2014/main" id="{3B5CD846-B85D-8986-D72B-78B940374B47}"/>
              </a:ext>
            </a:extLst>
          </p:cNvPr>
          <p:cNvGrpSpPr/>
          <p:nvPr/>
        </p:nvGrpSpPr>
        <p:grpSpPr>
          <a:xfrm>
            <a:off x="6253415" y="1525470"/>
            <a:ext cx="65156" cy="690026"/>
            <a:chOff x="2196083" y="4762500"/>
            <a:chExt cx="76200" cy="808355"/>
          </a:xfrm>
        </p:grpSpPr>
        <p:pic>
          <p:nvPicPr>
            <p:cNvPr id="47" name="object 17">
              <a:extLst>
                <a:ext uri="{FF2B5EF4-FFF2-40B4-BE49-F238E27FC236}">
                  <a16:creationId xmlns:a16="http://schemas.microsoft.com/office/drawing/2014/main" id="{DA992544-2B63-B48D-BFEF-E9279515E1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6083" y="5462777"/>
              <a:ext cx="76200" cy="107822"/>
            </a:xfrm>
            <a:prstGeom prst="rect">
              <a:avLst/>
            </a:prstGeom>
          </p:spPr>
        </p:pic>
        <p:sp>
          <p:nvSpPr>
            <p:cNvPr id="48" name="object 18">
              <a:extLst>
                <a:ext uri="{FF2B5EF4-FFF2-40B4-BE49-F238E27FC236}">
                  <a16:creationId xmlns:a16="http://schemas.microsoft.com/office/drawing/2014/main" id="{D2E60791-0C3D-51CD-1F98-26946F53863B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19">
              <a:extLst>
                <a:ext uri="{FF2B5EF4-FFF2-40B4-BE49-F238E27FC236}">
                  <a16:creationId xmlns:a16="http://schemas.microsoft.com/office/drawing/2014/main" id="{619820EF-1DC2-FF7B-6A6F-42CFA92E912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sp>
        <p:nvSpPr>
          <p:cNvPr id="23" name="object 13">
            <a:extLst>
              <a:ext uri="{FF2B5EF4-FFF2-40B4-BE49-F238E27FC236}">
                <a16:creationId xmlns:a16="http://schemas.microsoft.com/office/drawing/2014/main" id="{5F6EFB76-0466-385F-1DF5-4974A4499D35}"/>
              </a:ext>
            </a:extLst>
          </p:cNvPr>
          <p:cNvSpPr txBox="1"/>
          <p:nvPr/>
        </p:nvSpPr>
        <p:spPr>
          <a:xfrm>
            <a:off x="5616828" y="1371662"/>
            <a:ext cx="1317372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Credenza</a:t>
            </a: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gavetas izquierda</a:t>
            </a:r>
            <a:endParaRPr sz="900" dirty="0">
              <a:latin typeface="Segoe UI Light"/>
              <a:cs typeface="Segoe UI Light"/>
            </a:endParaRPr>
          </a:p>
        </p:txBody>
      </p:sp>
      <p:graphicFrame>
        <p:nvGraphicFramePr>
          <p:cNvPr id="34" name="Tabla 33">
            <a:extLst>
              <a:ext uri="{FF2B5EF4-FFF2-40B4-BE49-F238E27FC236}">
                <a16:creationId xmlns:a16="http://schemas.microsoft.com/office/drawing/2014/main" id="{FE58BC03-AA5E-1C95-7E3B-B27435953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195199"/>
              </p:ext>
            </p:extLst>
          </p:nvPr>
        </p:nvGraphicFramePr>
        <p:xfrm>
          <a:off x="7924800" y="751274"/>
          <a:ext cx="3733800" cy="20730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427993579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8577292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3952176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609465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56680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47639094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CREDENZA GAVETAS PUESTO LIDER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318101"/>
                  </a:ext>
                </a:extLst>
              </a:tr>
              <a:tr h="49339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lang="es-CO" dirty="0"/>
                    </a:p>
                  </a:txBody>
                  <a:tcPr marL="0" marR="0" marT="5588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LARGO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127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LTO</a:t>
                      </a:r>
                    </a:p>
                    <a:p>
                      <a:pPr marL="60325" marR="41910" indent="127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(cm)</a:t>
                      </a:r>
                    </a:p>
                    <a:p>
                      <a:pPr marL="60325" marR="41910" indent="127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(H)</a:t>
                      </a:r>
                      <a:endParaRPr sz="8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9535" marR="66675" indent="-508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936139"/>
                  </a:ext>
                </a:extLst>
              </a:tr>
              <a:tr h="40487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DERECHA</a:t>
                      </a:r>
                      <a:endParaRPr sz="8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50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150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64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/>
                        <a:t>22000137110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436934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50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180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64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/>
                        <a:t>22000137111</a:t>
                      </a:r>
                      <a:endParaRPr lang="es-MX" sz="800" dirty="0">
                        <a:latin typeface="+mn-lt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16292"/>
                  </a:ext>
                </a:extLst>
              </a:tr>
              <a:tr h="35433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IZQUIERDA</a:t>
                      </a:r>
                      <a:endParaRPr sz="8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50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150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64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/>
                        <a:t>22000137112</a:t>
                      </a:r>
                      <a:endParaRPr lang="es-MX" sz="800" dirty="0">
                        <a:latin typeface="+mn-lt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1483"/>
                  </a:ext>
                </a:extLst>
              </a:tr>
              <a:tr h="33147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50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180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64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/>
                        <a:t>22000137113</a:t>
                      </a:r>
                      <a:endParaRPr lang="es-MX" sz="800" dirty="0">
                        <a:latin typeface="+mn-lt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012990"/>
                  </a:ext>
                </a:extLst>
              </a:tr>
            </a:tbl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CD6525BF-AF82-CEFE-F786-0BB0C558F3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1476" y="4231957"/>
            <a:ext cx="1664260" cy="138422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A210190-E656-CCB4-DD76-CC091264E6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6265" y="4644749"/>
            <a:ext cx="1133525" cy="1091772"/>
          </a:xfrm>
          <a:prstGeom prst="rect">
            <a:avLst/>
          </a:prstGeom>
        </p:spPr>
      </p:pic>
      <p:sp>
        <p:nvSpPr>
          <p:cNvPr id="25" name="object 13">
            <a:extLst>
              <a:ext uri="{FF2B5EF4-FFF2-40B4-BE49-F238E27FC236}">
                <a16:creationId xmlns:a16="http://schemas.microsoft.com/office/drawing/2014/main" id="{28A0301B-38E7-42D4-2EC5-33E2FA3FE846}"/>
              </a:ext>
            </a:extLst>
          </p:cNvPr>
          <p:cNvSpPr txBox="1"/>
          <p:nvPr/>
        </p:nvSpPr>
        <p:spPr>
          <a:xfrm>
            <a:off x="5528698" y="3852410"/>
            <a:ext cx="1317372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900" dirty="0">
                <a:latin typeface="Segoe UI Light"/>
                <a:cs typeface="Segoe UI Light"/>
              </a:rPr>
              <a:t>Detalle de cimbra</a:t>
            </a:r>
            <a:endParaRPr sz="900" dirty="0">
              <a:latin typeface="Segoe UI Light"/>
              <a:cs typeface="Segoe UI Light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7656146-5B2F-029A-4970-F85FB84BB0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1932" y="1499749"/>
            <a:ext cx="657158" cy="60498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4377F171-F7F7-F31E-46FD-AAC82E26A1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8376920" y="2176077"/>
            <a:ext cx="657158" cy="604987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9D80D28-557E-12DA-B690-DAADA25683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6692" y="3676548"/>
            <a:ext cx="1433122" cy="94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59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B084BF-6A83-09BE-E009-5E534785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n 50">
            <a:extLst>
              <a:ext uri="{FF2B5EF4-FFF2-40B4-BE49-F238E27FC236}">
                <a16:creationId xmlns:a16="http://schemas.microsoft.com/office/drawing/2014/main" id="{FB7546FF-6F16-7C32-F21C-0B065455C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216138" y="1110053"/>
            <a:ext cx="1579186" cy="1914661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8904ACCE-B09A-D1B4-6905-903C4C27B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74321" y="2290581"/>
            <a:ext cx="1724720" cy="2259813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A25F1640-584A-92BB-3628-C3B95417F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535772" y="2282449"/>
            <a:ext cx="1579186" cy="2317923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DCAC44F-71FD-7460-770C-E0A87827F649}"/>
              </a:ext>
            </a:extLst>
          </p:cNvPr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CFE51100-CA82-51FA-2121-408EC3869809}"/>
              </a:ext>
            </a:extLst>
          </p:cNvPr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196B5E0-0214-2D9A-83E8-0DAD7CA23DD5}"/>
                </a:ext>
              </a:extLst>
            </p:cNvPr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F9C4297-2C51-4E6F-215E-976CE276CFEA}"/>
                </a:ext>
              </a:extLst>
            </p:cNvPr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4F16324-0546-2341-3FCE-AB9911B416A6}"/>
                </a:ext>
              </a:extLst>
            </p:cNvPr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42233B46-C504-028F-0706-147171646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32323"/>
                </a:solidFill>
              </a:rPr>
              <a:t>Koncisa</a:t>
            </a:r>
            <a:r>
              <a:rPr spc="-175" dirty="0">
                <a:solidFill>
                  <a:srgbClr val="232323"/>
                </a:solidFill>
              </a:rPr>
              <a:t> </a:t>
            </a:r>
            <a:r>
              <a:rPr dirty="0">
                <a:solidFill>
                  <a:srgbClr val="232323"/>
                </a:solidFill>
              </a:rPr>
              <a:t>P</a:t>
            </a:r>
            <a:r>
              <a:rPr sz="2500" dirty="0"/>
              <a:t>lus</a:t>
            </a:r>
            <a:r>
              <a:rPr sz="2500" spc="60" dirty="0"/>
              <a:t> </a:t>
            </a:r>
            <a:r>
              <a:rPr lang="es-MX" sz="14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Almacenamientos</a:t>
            </a:r>
            <a:endParaRPr sz="1400" dirty="0">
              <a:latin typeface="Segoe UI Light"/>
              <a:cs typeface="Segoe UI Ligh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4D61A08-6F25-12E3-9000-3199A3F79B23}"/>
              </a:ext>
            </a:extLst>
          </p:cNvPr>
          <p:cNvSpPr txBox="1"/>
          <p:nvPr/>
        </p:nvSpPr>
        <p:spPr>
          <a:xfrm>
            <a:off x="7872280" y="4776116"/>
            <a:ext cx="183090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4D4D4D"/>
                </a:solidFill>
                <a:latin typeface="Segoe UI Light"/>
                <a:cs typeface="Segoe UI Light"/>
              </a:rPr>
              <a:t>CONDICIONES Y RESTRICCIONES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4492D8C-A5F2-C05B-F0D6-C8C97363EE2E}"/>
              </a:ext>
            </a:extLst>
          </p:cNvPr>
          <p:cNvSpPr txBox="1"/>
          <p:nvPr/>
        </p:nvSpPr>
        <p:spPr>
          <a:xfrm>
            <a:off x="7697723" y="4979401"/>
            <a:ext cx="3733800" cy="4411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Los pedestales y cajoneras no son rematables.</a:t>
            </a:r>
          </a:p>
          <a:p>
            <a:pPr marL="184785" indent="-172085"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lang="es-MX" sz="900" dirty="0">
                <a:solidFill>
                  <a:srgbClr val="4D4D4D"/>
                </a:solidFill>
                <a:latin typeface="Segoe UI Light"/>
                <a:cs typeface="Segoe UI Light"/>
              </a:rPr>
              <a:t>Para el caso del pedestal frente formica, la veta de los frentes siempre va en sentido horizontal. </a:t>
            </a:r>
            <a:endParaRPr sz="900" dirty="0">
              <a:solidFill>
                <a:srgbClr val="4D4D4D"/>
              </a:solidFill>
              <a:latin typeface="Segoe UI Light"/>
              <a:cs typeface="Segoe UI Light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52B02C89-C967-36CF-3819-5F20972D7552}"/>
              </a:ext>
            </a:extLst>
          </p:cNvPr>
          <p:cNvGrpSpPr/>
          <p:nvPr/>
        </p:nvGrpSpPr>
        <p:grpSpPr>
          <a:xfrm>
            <a:off x="3874824" y="2966085"/>
            <a:ext cx="76200" cy="774765"/>
            <a:chOff x="2196083" y="4762500"/>
            <a:chExt cx="76200" cy="774765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A5D5FA6D-DFE5-975A-AED0-1E470957F3E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5429443"/>
              <a:ext cx="76200" cy="107822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05CF6FBE-A0BE-0DAD-4274-DB8F8B9B921E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D3530C37-61C2-C1A9-AA49-F964802FE73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pic>
        <p:nvPicPr>
          <p:cNvPr id="24" name="object 24">
            <a:extLst>
              <a:ext uri="{FF2B5EF4-FFF2-40B4-BE49-F238E27FC236}">
                <a16:creationId xmlns:a16="http://schemas.microsoft.com/office/drawing/2014/main" id="{5D94AEFA-29B2-6F43-8DB8-4FF7272FE65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5632" y="2927985"/>
            <a:ext cx="65656" cy="76200"/>
          </a:xfrm>
          <a:prstGeom prst="rect">
            <a:avLst/>
          </a:prstGeom>
        </p:spPr>
      </p:pic>
      <p:sp>
        <p:nvSpPr>
          <p:cNvPr id="27" name="object 27">
            <a:extLst>
              <a:ext uri="{FF2B5EF4-FFF2-40B4-BE49-F238E27FC236}">
                <a16:creationId xmlns:a16="http://schemas.microsoft.com/office/drawing/2014/main" id="{8A63BFA4-21DA-568C-0413-3B2648633BC6}"/>
              </a:ext>
            </a:extLst>
          </p:cNvPr>
          <p:cNvSpPr txBox="1"/>
          <p:nvPr/>
        </p:nvSpPr>
        <p:spPr>
          <a:xfrm>
            <a:off x="8747506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D4D4D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71649B0-629A-9AD5-5814-FFE6000387A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rebuchet MS"/>
                <a:cs typeface="Trebuchet MS"/>
              </a:rPr>
              <a:t>19</a:t>
            </a:r>
          </a:p>
        </p:txBody>
      </p:sp>
      <p:grpSp>
        <p:nvGrpSpPr>
          <p:cNvPr id="36" name="object 16">
            <a:extLst>
              <a:ext uri="{FF2B5EF4-FFF2-40B4-BE49-F238E27FC236}">
                <a16:creationId xmlns:a16="http://schemas.microsoft.com/office/drawing/2014/main" id="{5FE513A1-C28A-C2F3-E7A5-A63C0E33AB4C}"/>
              </a:ext>
            </a:extLst>
          </p:cNvPr>
          <p:cNvGrpSpPr/>
          <p:nvPr/>
        </p:nvGrpSpPr>
        <p:grpSpPr>
          <a:xfrm>
            <a:off x="1239525" y="1745548"/>
            <a:ext cx="62975" cy="628558"/>
            <a:chOff x="2196083" y="4762500"/>
            <a:chExt cx="76200" cy="760556"/>
          </a:xfrm>
        </p:grpSpPr>
        <p:pic>
          <p:nvPicPr>
            <p:cNvPr id="37" name="object 17">
              <a:extLst>
                <a:ext uri="{FF2B5EF4-FFF2-40B4-BE49-F238E27FC236}">
                  <a16:creationId xmlns:a16="http://schemas.microsoft.com/office/drawing/2014/main" id="{0B772A31-0370-6447-2077-F9997C8315B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5415234"/>
              <a:ext cx="76200" cy="107822"/>
            </a:xfrm>
            <a:prstGeom prst="rect">
              <a:avLst/>
            </a:prstGeom>
          </p:spPr>
        </p:pic>
        <p:sp>
          <p:nvSpPr>
            <p:cNvPr id="38" name="object 18">
              <a:extLst>
                <a:ext uri="{FF2B5EF4-FFF2-40B4-BE49-F238E27FC236}">
                  <a16:creationId xmlns:a16="http://schemas.microsoft.com/office/drawing/2014/main" id="{CA19BE71-9656-2B2F-C273-DBA59674AD17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19">
              <a:extLst>
                <a:ext uri="{FF2B5EF4-FFF2-40B4-BE49-F238E27FC236}">
                  <a16:creationId xmlns:a16="http://schemas.microsoft.com/office/drawing/2014/main" id="{C34AB9C3-3B75-86F1-7313-9C069CBF28A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sp>
        <p:nvSpPr>
          <p:cNvPr id="40" name="object 13">
            <a:extLst>
              <a:ext uri="{FF2B5EF4-FFF2-40B4-BE49-F238E27FC236}">
                <a16:creationId xmlns:a16="http://schemas.microsoft.com/office/drawing/2014/main" id="{421B1E40-5B36-5E1D-56DF-A3CF021E1A4D}"/>
              </a:ext>
            </a:extLst>
          </p:cNvPr>
          <p:cNvSpPr txBox="1"/>
          <p:nvPr/>
        </p:nvSpPr>
        <p:spPr>
          <a:xfrm>
            <a:off x="647514" y="1386303"/>
            <a:ext cx="131737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Pedestal frente  metálico manija embebida </a:t>
            </a:r>
            <a:endParaRPr sz="900" dirty="0">
              <a:latin typeface="Segoe UI Light"/>
              <a:cs typeface="Segoe UI Light"/>
            </a:endParaRPr>
          </a:p>
        </p:txBody>
      </p:sp>
      <p:grpSp>
        <p:nvGrpSpPr>
          <p:cNvPr id="46" name="object 16">
            <a:extLst>
              <a:ext uri="{FF2B5EF4-FFF2-40B4-BE49-F238E27FC236}">
                <a16:creationId xmlns:a16="http://schemas.microsoft.com/office/drawing/2014/main" id="{DD959321-709A-2914-7501-02A28F01FB5A}"/>
              </a:ext>
            </a:extLst>
          </p:cNvPr>
          <p:cNvGrpSpPr/>
          <p:nvPr/>
        </p:nvGrpSpPr>
        <p:grpSpPr>
          <a:xfrm>
            <a:off x="6274053" y="1714245"/>
            <a:ext cx="65156" cy="668375"/>
            <a:chOff x="2196083" y="4762500"/>
            <a:chExt cx="76200" cy="782994"/>
          </a:xfrm>
        </p:grpSpPr>
        <p:pic>
          <p:nvPicPr>
            <p:cNvPr id="47" name="object 17">
              <a:extLst>
                <a:ext uri="{FF2B5EF4-FFF2-40B4-BE49-F238E27FC236}">
                  <a16:creationId xmlns:a16="http://schemas.microsoft.com/office/drawing/2014/main" id="{F037D3BC-6528-56C9-5E42-4304E0836E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3" y="5437671"/>
              <a:ext cx="76200" cy="107823"/>
            </a:xfrm>
            <a:prstGeom prst="rect">
              <a:avLst/>
            </a:prstGeom>
          </p:spPr>
        </p:pic>
        <p:sp>
          <p:nvSpPr>
            <p:cNvPr id="48" name="object 18">
              <a:extLst>
                <a:ext uri="{FF2B5EF4-FFF2-40B4-BE49-F238E27FC236}">
                  <a16:creationId xmlns:a16="http://schemas.microsoft.com/office/drawing/2014/main" id="{4F9F78F1-A6E0-EDA1-7E8B-2F59A006F2B2}"/>
                </a:ext>
              </a:extLst>
            </p:cNvPr>
            <p:cNvSpPr/>
            <p:nvPr/>
          </p:nvSpPr>
          <p:spPr>
            <a:xfrm>
              <a:off x="2234183" y="4840477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3250"/>
                  </a:lnTo>
                </a:path>
              </a:pathLst>
            </a:custGeom>
            <a:ln w="6350">
              <a:solidFill>
                <a:srgbClr val="7D7D7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19">
              <a:extLst>
                <a:ext uri="{FF2B5EF4-FFF2-40B4-BE49-F238E27FC236}">
                  <a16:creationId xmlns:a16="http://schemas.microsoft.com/office/drawing/2014/main" id="{6423F8D7-4B51-A5D6-FC9B-019BF49235F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6083" y="4762500"/>
              <a:ext cx="76200" cy="76200"/>
            </a:xfrm>
            <a:prstGeom prst="rect">
              <a:avLst/>
            </a:prstGeom>
          </p:spPr>
        </p:pic>
      </p:grpSp>
      <p:sp>
        <p:nvSpPr>
          <p:cNvPr id="23" name="object 13">
            <a:extLst>
              <a:ext uri="{FF2B5EF4-FFF2-40B4-BE49-F238E27FC236}">
                <a16:creationId xmlns:a16="http://schemas.microsoft.com/office/drawing/2014/main" id="{2F9CCB2D-8AF4-2DA5-1E38-CF1B9F368B20}"/>
              </a:ext>
            </a:extLst>
          </p:cNvPr>
          <p:cNvSpPr txBox="1"/>
          <p:nvPr/>
        </p:nvSpPr>
        <p:spPr>
          <a:xfrm>
            <a:off x="5616828" y="1371662"/>
            <a:ext cx="131737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pt-BR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Pedestal frente  formica </a:t>
            </a:r>
            <a:r>
              <a:rPr lang="pt-BR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manija</a:t>
            </a:r>
            <a:r>
              <a:rPr lang="pt-BR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 </a:t>
            </a:r>
            <a:r>
              <a:rPr lang="pt-BR" sz="900" spc="-20" dirty="0" err="1">
                <a:solidFill>
                  <a:srgbClr val="4D4D4D"/>
                </a:solidFill>
                <a:latin typeface="Segoe UI Light"/>
                <a:cs typeface="Segoe UI Light"/>
              </a:rPr>
              <a:t>recta</a:t>
            </a:r>
            <a:endParaRPr lang="pt-BR" sz="900" dirty="0">
              <a:latin typeface="Segoe UI Light"/>
              <a:cs typeface="Segoe UI Light"/>
            </a:endParaRPr>
          </a:p>
        </p:txBody>
      </p:sp>
      <p:graphicFrame>
        <p:nvGraphicFramePr>
          <p:cNvPr id="34" name="Tabla 33">
            <a:extLst>
              <a:ext uri="{FF2B5EF4-FFF2-40B4-BE49-F238E27FC236}">
                <a16:creationId xmlns:a16="http://schemas.microsoft.com/office/drawing/2014/main" id="{863EF30A-55C3-9B26-7375-B1842B823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39949"/>
              </p:ext>
            </p:extLst>
          </p:nvPr>
        </p:nvGraphicFramePr>
        <p:xfrm>
          <a:off x="7858783" y="772197"/>
          <a:ext cx="3789680" cy="37236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427993579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85772923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33952176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609465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56680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47639094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ALMACENAMIENTOS PEDESTALES Y CAJONERA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318101"/>
                  </a:ext>
                </a:extLst>
              </a:tr>
              <a:tr h="49339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IMAGEN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PROF.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(P)</a:t>
                      </a:r>
                      <a:endParaRPr lang="es-CO" dirty="0"/>
                    </a:p>
                  </a:txBody>
                  <a:tcPr marL="0" marR="0" marT="5588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ANCHO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(cm)</a:t>
                      </a:r>
                      <a:endParaRPr lang="es-CO" sz="800" dirty="0">
                        <a:latin typeface="Calibri"/>
                        <a:cs typeface="Calibri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s-CO" sz="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41910" indent="127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s-MX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LTO</a:t>
                      </a:r>
                    </a:p>
                    <a:p>
                      <a:pPr marL="60325" marR="41910" indent="127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(cm)</a:t>
                      </a:r>
                    </a:p>
                    <a:p>
                      <a:pPr marL="60325" marR="41910" indent="127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(H)</a:t>
                      </a:r>
                      <a:endParaRPr sz="8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89535" marR="66675" indent="-508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CO" sz="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CODIGO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936139"/>
                  </a:ext>
                </a:extLst>
              </a:tr>
              <a:tr h="10857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7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FRENTE METALICO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7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MANIJA EMBEBIDA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7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2KAL00100</a:t>
                      </a:r>
                      <a:endParaRPr sz="7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40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37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71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>
                      <a:solidFill>
                        <a:srgbClr val="000000"/>
                      </a:solidFill>
                      <a:prstDash val="dot"/>
                    </a:lnL>
                    <a:lnR w="6350">
                      <a:solidFill>
                        <a:srgbClr val="000000"/>
                      </a:solidFill>
                      <a:prstDash val="dot"/>
                    </a:lnR>
                    <a:lnT w="6350">
                      <a:solidFill>
                        <a:srgbClr val="000000"/>
                      </a:solidFill>
                      <a:prstDash val="dot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22000133941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436934"/>
                  </a:ext>
                </a:extLst>
              </a:tr>
              <a:tr h="10458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7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FRENTE MELAMINA 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7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MANIJA RECTA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7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2KAL004000</a:t>
                      </a:r>
                      <a:endParaRPr sz="7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50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latin typeface="Calibri"/>
                          <a:cs typeface="Calibri"/>
                        </a:rPr>
                        <a:t>37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>
                          <a:latin typeface="+mn-lt"/>
                          <a:cs typeface="Calibri"/>
                        </a:rPr>
                        <a:t>71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CO" sz="800" dirty="0"/>
                        <a:t>22000136955</a:t>
                      </a:r>
                      <a:endParaRPr lang="es-MX" sz="800" dirty="0">
                        <a:latin typeface="+mn-lt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148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dot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700" spc="-1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FRENTE METALICO MANIJA </a:t>
                      </a:r>
                      <a:r>
                        <a:rPr lang="es-MX" sz="7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EMBEBIDA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7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Calibri"/>
                        </a:rPr>
                        <a:t>2KAL003000</a:t>
                      </a:r>
                      <a:endParaRPr sz="700" spc="-1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dot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50</a:t>
                      </a:r>
                      <a:endParaRPr lang="es-CO" sz="800" spc="-25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37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dirty="0">
                          <a:latin typeface="Calibri"/>
                          <a:cs typeface="Calibri"/>
                        </a:rPr>
                        <a:t>56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s-MX" sz="800" dirty="0">
                          <a:latin typeface="+mn-lt"/>
                          <a:cs typeface="Calibri"/>
                        </a:rPr>
                        <a:t>22000135270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411368"/>
                  </a:ext>
                </a:extLst>
              </a:tr>
            </a:tbl>
          </a:graphicData>
        </a:graphic>
      </p:graphicFrame>
      <p:pic>
        <p:nvPicPr>
          <p:cNvPr id="29" name="Imagen 28">
            <a:extLst>
              <a:ext uri="{FF2B5EF4-FFF2-40B4-BE49-F238E27FC236}">
                <a16:creationId xmlns:a16="http://schemas.microsoft.com/office/drawing/2014/main" id="{5B06A17D-2401-1635-21EB-D70A762AEB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8328043" y="1447323"/>
            <a:ext cx="682277" cy="103783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F4C068F2-FBD9-D09D-D353-8C7B59CE18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8326769" y="2540496"/>
            <a:ext cx="683551" cy="103783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C3C83122-A2F0-7915-ADE6-83ACFEA14E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8340732" y="3595107"/>
            <a:ext cx="677207" cy="904240"/>
          </a:xfrm>
          <a:prstGeom prst="rect">
            <a:avLst/>
          </a:prstGeom>
        </p:spPr>
      </p:pic>
      <p:sp>
        <p:nvSpPr>
          <p:cNvPr id="41" name="object 13">
            <a:extLst>
              <a:ext uri="{FF2B5EF4-FFF2-40B4-BE49-F238E27FC236}">
                <a16:creationId xmlns:a16="http://schemas.microsoft.com/office/drawing/2014/main" id="{047B537A-F273-0422-F8DA-3A8821CC8143}"/>
              </a:ext>
            </a:extLst>
          </p:cNvPr>
          <p:cNvSpPr txBox="1"/>
          <p:nvPr/>
        </p:nvSpPr>
        <p:spPr>
          <a:xfrm>
            <a:off x="3254238" y="3733230"/>
            <a:ext cx="131737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Cajonera frente  metálico manija embebida </a:t>
            </a:r>
            <a:endParaRPr sz="900" dirty="0">
              <a:latin typeface="Segoe UI Light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56963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35" dirty="0"/>
              <a:t> </a:t>
            </a:r>
            <a:r>
              <a:rPr sz="2500" dirty="0"/>
              <a:t>Plus</a:t>
            </a:r>
            <a:r>
              <a:rPr sz="2500" spc="5" dirty="0"/>
              <a:t> </a:t>
            </a:r>
            <a:r>
              <a:rPr lang="es-MX" sz="1200" b="0" i="1" spc="5" dirty="0">
                <a:solidFill>
                  <a:srgbClr val="494646"/>
                </a:solidFill>
                <a:latin typeface="Segoe UI Light"/>
                <a:cs typeface="Segoe UI Light"/>
              </a:rPr>
              <a:t>C</a:t>
            </a:r>
            <a:r>
              <a:rPr sz="1200" b="0" i="1" dirty="0" err="1">
                <a:solidFill>
                  <a:srgbClr val="494646"/>
                </a:solidFill>
                <a:latin typeface="Segoe UI Light"/>
                <a:cs typeface="Segoe UI Light"/>
              </a:rPr>
              <a:t>imbra</a:t>
            </a:r>
            <a:r>
              <a:rPr sz="1200" b="0" i="1" spc="-5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lang="es-MX" sz="1200" b="0" i="1" spc="-55" dirty="0">
                <a:solidFill>
                  <a:srgbClr val="494646"/>
                </a:solidFill>
                <a:latin typeface="Segoe UI Light"/>
                <a:cs typeface="Segoe UI Light"/>
              </a:rPr>
              <a:t>para </a:t>
            </a:r>
            <a:r>
              <a:rPr sz="1200" b="0" i="1" spc="-10" dirty="0" err="1">
                <a:solidFill>
                  <a:srgbClr val="494646"/>
                </a:solidFill>
                <a:latin typeface="Segoe UI Light"/>
                <a:cs typeface="Segoe UI Light"/>
              </a:rPr>
              <a:t>puesto</a:t>
            </a:r>
            <a:r>
              <a:rPr sz="1200" b="0" i="1" spc="-5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lang="es-MX" sz="1200" b="0" i="1" spc="-20" dirty="0" err="1">
                <a:solidFill>
                  <a:srgbClr val="494646"/>
                </a:solidFill>
                <a:latin typeface="Segoe UI Light"/>
                <a:cs typeface="Segoe UI Light"/>
              </a:rPr>
              <a:t>lider</a:t>
            </a:r>
            <a:endParaRPr sz="1200" dirty="0">
              <a:latin typeface="Segoe UI Light"/>
              <a:cs typeface="Segoe UI Ligh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25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6C1849A-365C-5934-84F7-A93460BBC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24" y="1676400"/>
            <a:ext cx="4860888" cy="3505200"/>
          </a:xfrm>
          <a:prstGeom prst="rect">
            <a:avLst/>
          </a:prstGeom>
        </p:spPr>
      </p:pic>
      <p:sp>
        <p:nvSpPr>
          <p:cNvPr id="18" name="object 13">
            <a:extLst>
              <a:ext uri="{FF2B5EF4-FFF2-40B4-BE49-F238E27FC236}">
                <a16:creationId xmlns:a16="http://schemas.microsoft.com/office/drawing/2014/main" id="{313954EF-DC48-57EE-DC05-C7BEC0DABD2E}"/>
              </a:ext>
            </a:extLst>
          </p:cNvPr>
          <p:cNvSpPr txBox="1"/>
          <p:nvPr/>
        </p:nvSpPr>
        <p:spPr>
          <a:xfrm>
            <a:off x="914400" y="1098396"/>
            <a:ext cx="1545972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Cimbra de piso y pared para  Grommet en superficie principal de profundidad 60cm</a:t>
            </a:r>
            <a:endParaRPr sz="900" dirty="0">
              <a:latin typeface="Segoe UI Light"/>
              <a:cs typeface="Segoe UI Light"/>
            </a:endParaRPr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F2A92EE2-10FC-3696-DF7E-D2EEFBC5F016}"/>
              </a:ext>
            </a:extLst>
          </p:cNvPr>
          <p:cNvSpPr txBox="1"/>
          <p:nvPr/>
        </p:nvSpPr>
        <p:spPr>
          <a:xfrm>
            <a:off x="3957840" y="1102407"/>
            <a:ext cx="1545972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Cimbra de piso y pared para  Grommet en superficie retorno largo 90cm</a:t>
            </a:r>
            <a:endParaRPr sz="900" dirty="0">
              <a:latin typeface="Segoe UI Light"/>
              <a:cs typeface="Segoe UI Light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2E27E267-07D4-8A7F-5A12-1C82B7053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715" y="1676400"/>
            <a:ext cx="4964563" cy="3505200"/>
          </a:xfrm>
          <a:prstGeom prst="rect">
            <a:avLst/>
          </a:prstGeom>
        </p:spPr>
      </p:pic>
      <p:sp>
        <p:nvSpPr>
          <p:cNvPr id="22" name="object 13">
            <a:extLst>
              <a:ext uri="{FF2B5EF4-FFF2-40B4-BE49-F238E27FC236}">
                <a16:creationId xmlns:a16="http://schemas.microsoft.com/office/drawing/2014/main" id="{0859EEAC-52E4-DCC1-1838-0156BCBCC966}"/>
              </a:ext>
            </a:extLst>
          </p:cNvPr>
          <p:cNvSpPr txBox="1"/>
          <p:nvPr/>
        </p:nvSpPr>
        <p:spPr>
          <a:xfrm>
            <a:off x="10058400" y="1098396"/>
            <a:ext cx="1545972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Cimbra de piso y pared para  Grommet en superficie retorno largo 100cm</a:t>
            </a:r>
            <a:endParaRPr sz="900" dirty="0">
              <a:latin typeface="Segoe UI Light"/>
              <a:cs typeface="Segoe UI Light"/>
            </a:endParaRPr>
          </a:p>
        </p:txBody>
      </p:sp>
      <p:sp>
        <p:nvSpPr>
          <p:cNvPr id="23" name="object 13">
            <a:extLst>
              <a:ext uri="{FF2B5EF4-FFF2-40B4-BE49-F238E27FC236}">
                <a16:creationId xmlns:a16="http://schemas.microsoft.com/office/drawing/2014/main" id="{0500B4DC-F5B7-F51C-13D0-2350BB863AEE}"/>
              </a:ext>
            </a:extLst>
          </p:cNvPr>
          <p:cNvSpPr txBox="1"/>
          <p:nvPr/>
        </p:nvSpPr>
        <p:spPr>
          <a:xfrm>
            <a:off x="7135274" y="1098396"/>
            <a:ext cx="1545972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Cimbra de piso y pared para  Grommet en superficie principal de profundidad 75cm</a:t>
            </a:r>
            <a:endParaRPr sz="900" dirty="0">
              <a:latin typeface="Segoe UI Light"/>
              <a:cs typeface="Segoe UI Light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54F5ED69-3342-0755-16E0-ED03709DC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86" y="5765242"/>
            <a:ext cx="1182032" cy="57904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DCF91403-1F9B-A682-3426-0FFB5B563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521" y="5813629"/>
            <a:ext cx="888009" cy="482272"/>
          </a:xfrm>
          <a:prstGeom prst="rect">
            <a:avLst/>
          </a:prstGeom>
        </p:spPr>
      </p:pic>
      <p:sp>
        <p:nvSpPr>
          <p:cNvPr id="30" name="object 13">
            <a:extLst>
              <a:ext uri="{FF2B5EF4-FFF2-40B4-BE49-F238E27FC236}">
                <a16:creationId xmlns:a16="http://schemas.microsoft.com/office/drawing/2014/main" id="{9E55645C-AAE3-59E9-7B75-860CB1705D2D}"/>
              </a:ext>
            </a:extLst>
          </p:cNvPr>
          <p:cNvSpPr txBox="1"/>
          <p:nvPr/>
        </p:nvSpPr>
        <p:spPr>
          <a:xfrm>
            <a:off x="1146086" y="5469781"/>
            <a:ext cx="154597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Perforación libre para cimbra en pared</a:t>
            </a:r>
            <a:endParaRPr sz="900" dirty="0">
              <a:latin typeface="Segoe UI Light"/>
              <a:cs typeface="Segoe UI Light"/>
            </a:endParaRPr>
          </a:p>
        </p:txBody>
      </p:sp>
      <p:sp>
        <p:nvSpPr>
          <p:cNvPr id="31" name="object 13">
            <a:extLst>
              <a:ext uri="{FF2B5EF4-FFF2-40B4-BE49-F238E27FC236}">
                <a16:creationId xmlns:a16="http://schemas.microsoft.com/office/drawing/2014/main" id="{D53A4FF9-D335-BEC9-3926-85A642F452E6}"/>
              </a:ext>
            </a:extLst>
          </p:cNvPr>
          <p:cNvSpPr txBox="1"/>
          <p:nvPr/>
        </p:nvSpPr>
        <p:spPr>
          <a:xfrm>
            <a:off x="3505200" y="5475419"/>
            <a:ext cx="154597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900" spc="-20" dirty="0">
                <a:solidFill>
                  <a:srgbClr val="4D4D4D"/>
                </a:solidFill>
                <a:latin typeface="Segoe UI Light"/>
                <a:cs typeface="Segoe UI Light"/>
              </a:rPr>
              <a:t>Perforación libre para cimbra en piso</a:t>
            </a:r>
            <a:endParaRPr sz="9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AD7F96-7BA0-347B-C1DF-D16B74E0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E3C628-A661-55B6-6A3E-2BA967C93B4F}"/>
              </a:ext>
            </a:extLst>
          </p:cNvPr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2FD9535-0293-A930-94A8-BA3598182805}"/>
              </a:ext>
            </a:extLst>
          </p:cNvPr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6E3E969-2356-6066-5303-6DEF148910BD}"/>
                </a:ext>
              </a:extLst>
            </p:cNvPr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BC5866F-1B6A-C422-9600-337AFE86091D}"/>
                </a:ext>
              </a:extLst>
            </p:cNvPr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FD257EF-3F81-6CD5-91F7-C6CFE6CFEF91}"/>
                </a:ext>
              </a:extLst>
            </p:cNvPr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51A1028A-B063-8295-D657-BDD71778B0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35" dirty="0"/>
              <a:t> </a:t>
            </a:r>
            <a:r>
              <a:rPr sz="2500" dirty="0"/>
              <a:t>Plus</a:t>
            </a:r>
            <a:r>
              <a:rPr sz="2500" spc="5" dirty="0"/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cimbra</a:t>
            </a:r>
            <a:r>
              <a:rPr sz="1200" b="0" i="1" spc="-5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puesto</a:t>
            </a:r>
            <a:r>
              <a:rPr sz="1200" b="0" i="1" spc="-5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doble</a:t>
            </a:r>
            <a:r>
              <a:rPr sz="1200" b="0" i="1" spc="-3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25" dirty="0">
                <a:solidFill>
                  <a:srgbClr val="494646"/>
                </a:solidFill>
                <a:latin typeface="Segoe UI Light"/>
                <a:cs typeface="Segoe UI Light"/>
              </a:rPr>
              <a:t>(Ducto estándar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NO</a:t>
            </a:r>
            <a:r>
              <a:rPr sz="1200" b="0" i="1" spc="-5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pasacables)</a:t>
            </a:r>
            <a:endParaRPr sz="1200">
              <a:latin typeface="Segoe UI Light"/>
              <a:cs typeface="Segoe UI Light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CCE5E89B-0422-0035-AE6F-FDF502AD65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018" y="992250"/>
            <a:ext cx="3699255" cy="2825115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8704AA15-810C-956A-AC4C-A0186C1D329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150" y="3993046"/>
            <a:ext cx="4636389" cy="2751834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DFA9AA3D-5D6C-1AC2-E5A0-F2B45A603B8D}"/>
              </a:ext>
            </a:extLst>
          </p:cNvPr>
          <p:cNvGrpSpPr/>
          <p:nvPr/>
        </p:nvGrpSpPr>
        <p:grpSpPr>
          <a:xfrm>
            <a:off x="4871720" y="1208150"/>
            <a:ext cx="6151245" cy="4855210"/>
            <a:chOff x="4871720" y="1208150"/>
            <a:chExt cx="6151245" cy="4855210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0FBD2E76-0435-8EB8-404D-624BC3194D1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9507" y="3793540"/>
              <a:ext cx="3195319" cy="2269744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3C29029A-FFC0-BF0A-E740-03393FC2B6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1720" y="1208150"/>
              <a:ext cx="3031617" cy="2598293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A6AC70D8-C5FC-1BA4-B719-6719B8E3D3D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1477" y="1254505"/>
              <a:ext cx="2761361" cy="2325624"/>
            </a:xfrm>
            <a:prstGeom prst="rect">
              <a:avLst/>
            </a:prstGeom>
          </p:spPr>
        </p:pic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217666C1-4139-3389-7EAF-2ADD00D74C1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E3D34F9-9679-E896-0A60-6078AA89574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833795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45" dirty="0"/>
              <a:t> </a:t>
            </a:r>
            <a:r>
              <a:rPr sz="2500" dirty="0"/>
              <a:t>Plus</a:t>
            </a:r>
            <a:r>
              <a:rPr sz="2500" spc="-20" dirty="0"/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cimbra</a:t>
            </a:r>
            <a:r>
              <a:rPr sz="1200" b="0" i="1" spc="-6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200" b="0" i="1" spc="-6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sencillos</a:t>
            </a:r>
            <a:r>
              <a:rPr sz="1200" b="0" i="1" spc="-4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25" dirty="0">
                <a:solidFill>
                  <a:srgbClr val="494646"/>
                </a:solidFill>
                <a:latin typeface="Segoe UI Light"/>
                <a:cs typeface="Segoe UI Light"/>
              </a:rPr>
              <a:t>(Ducto</a:t>
            </a:r>
            <a:r>
              <a:rPr sz="1200" b="0" i="1" spc="-4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25" dirty="0">
                <a:solidFill>
                  <a:srgbClr val="494646"/>
                </a:solidFill>
                <a:latin typeface="Segoe UI Light"/>
                <a:cs typeface="Segoe UI Light"/>
              </a:rPr>
              <a:t>estándar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NO</a:t>
            </a:r>
            <a:r>
              <a:rPr sz="1200" b="0" i="1" spc="-6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pasacables)</a:t>
            </a:r>
            <a:endParaRPr sz="1200">
              <a:latin typeface="Segoe UI Light"/>
              <a:cs typeface="Segoe U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4352" y="1284986"/>
            <a:ext cx="11573510" cy="4857750"/>
            <a:chOff x="384352" y="1284986"/>
            <a:chExt cx="11573510" cy="48577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9631" y="1374267"/>
              <a:ext cx="3206877" cy="225971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5201" y="3434181"/>
              <a:ext cx="2297429" cy="2667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1876" y="1436751"/>
              <a:ext cx="3805935" cy="21484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403" y="3933190"/>
              <a:ext cx="5894832" cy="22095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4352" y="1284986"/>
              <a:ext cx="4366641" cy="2316861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45" dirty="0"/>
              <a:t> </a:t>
            </a:r>
            <a:r>
              <a:rPr sz="2500" dirty="0"/>
              <a:t>Plus</a:t>
            </a:r>
            <a:r>
              <a:rPr sz="2500" spc="-60" dirty="0"/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cimbra</a:t>
            </a:r>
            <a:r>
              <a:rPr sz="1200" b="0" i="1" spc="-6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puestos</a:t>
            </a:r>
            <a:r>
              <a:rPr sz="1200" b="0" i="1" spc="-65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sencillos</a:t>
            </a:r>
            <a:r>
              <a:rPr sz="1200" b="0" i="1" spc="229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pasacables</a:t>
            </a:r>
            <a:endParaRPr sz="120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222" y="2182843"/>
            <a:ext cx="4711587" cy="26335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4162" y="2602679"/>
            <a:ext cx="6039082" cy="198013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27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225" dirty="0"/>
              <a:t> </a:t>
            </a:r>
            <a:r>
              <a:rPr sz="2500" dirty="0"/>
              <a:t>Plus</a:t>
            </a:r>
            <a:r>
              <a:rPr sz="2500" spc="15" dirty="0"/>
              <a:t> </a:t>
            </a:r>
            <a:r>
              <a:rPr sz="1200" b="0" i="1" dirty="0">
                <a:solidFill>
                  <a:srgbClr val="494646"/>
                </a:solidFill>
                <a:latin typeface="Segoe UI Light"/>
                <a:cs typeface="Segoe UI Light"/>
              </a:rPr>
              <a:t>cimbra</a:t>
            </a:r>
            <a:r>
              <a:rPr sz="1200" b="0" i="1" spc="-5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puesto</a:t>
            </a:r>
            <a:r>
              <a:rPr sz="1200" b="0" i="1" spc="-5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20" dirty="0">
                <a:solidFill>
                  <a:srgbClr val="494646"/>
                </a:solidFill>
                <a:latin typeface="Segoe UI Light"/>
                <a:cs typeface="Segoe UI Light"/>
              </a:rPr>
              <a:t>doble</a:t>
            </a:r>
            <a:r>
              <a:rPr sz="1200" b="0" i="1" spc="-30" dirty="0">
                <a:solidFill>
                  <a:srgbClr val="494646"/>
                </a:solidFill>
                <a:latin typeface="Segoe UI Light"/>
                <a:cs typeface="Segoe UI Light"/>
              </a:rPr>
              <a:t> </a:t>
            </a:r>
            <a:r>
              <a:rPr sz="1200" b="0" i="1" spc="-10" dirty="0">
                <a:solidFill>
                  <a:srgbClr val="494646"/>
                </a:solidFill>
                <a:latin typeface="Segoe UI Light"/>
                <a:cs typeface="Segoe UI Light"/>
              </a:rPr>
              <a:t>pasacables</a:t>
            </a:r>
            <a:endParaRPr sz="120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5309" y="1941609"/>
            <a:ext cx="6146661" cy="31164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514" y="1658904"/>
            <a:ext cx="4603783" cy="364850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240665" algn="l"/>
              </a:tabLst>
            </a:pPr>
            <a:r>
              <a:rPr b="0" spc="-50" dirty="0">
                <a:latin typeface="Arial"/>
                <a:cs typeface="Arial"/>
              </a:rPr>
              <a:t>•</a:t>
            </a:r>
            <a:r>
              <a:rPr b="0" dirty="0">
                <a:latin typeface="Arial"/>
                <a:cs typeface="Arial"/>
              </a:rPr>
              <a:t>	</a:t>
            </a:r>
            <a:r>
              <a:rPr spc="-20" dirty="0"/>
              <a:t>Mapa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producto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1240"/>
              </a:lnSpc>
            </a:pPr>
            <a:r>
              <a:rPr spc="-25" dirty="0"/>
              <a:t>28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7056" y="6164579"/>
            <a:ext cx="695325" cy="364490"/>
          </a:xfrm>
          <a:custGeom>
            <a:avLst/>
            <a:gdLst/>
            <a:ahLst/>
            <a:cxnLst/>
            <a:rect l="l" t="t" r="r" b="b"/>
            <a:pathLst>
              <a:path w="695325" h="364490">
                <a:moveTo>
                  <a:pt x="694944" y="0"/>
                </a:moveTo>
                <a:lnTo>
                  <a:pt x="0" y="0"/>
                </a:lnTo>
                <a:lnTo>
                  <a:pt x="0" y="364236"/>
                </a:lnTo>
                <a:lnTo>
                  <a:pt x="694944" y="364236"/>
                </a:lnTo>
                <a:lnTo>
                  <a:pt x="69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6283" y="6164579"/>
            <a:ext cx="3825240" cy="365760"/>
            <a:chOff x="7606283" y="6164579"/>
            <a:chExt cx="3825240" cy="365760"/>
          </a:xfrm>
        </p:grpSpPr>
        <p:sp>
          <p:nvSpPr>
            <p:cNvPr id="4" name="object 4"/>
            <p:cNvSpPr/>
            <p:nvPr/>
          </p:nvSpPr>
          <p:spPr>
            <a:xfrm>
              <a:off x="7606283" y="6164579"/>
              <a:ext cx="3825240" cy="365760"/>
            </a:xfrm>
            <a:custGeom>
              <a:avLst/>
              <a:gdLst/>
              <a:ahLst/>
              <a:cxnLst/>
              <a:rect l="l" t="t" r="r" b="b"/>
              <a:pathLst>
                <a:path w="3825240" h="365759">
                  <a:moveTo>
                    <a:pt x="382523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25239" y="365760"/>
                  </a:lnTo>
                  <a:lnTo>
                    <a:pt x="3825239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1130" y="6249136"/>
              <a:ext cx="664210" cy="217804"/>
            </a:xfrm>
            <a:custGeom>
              <a:avLst/>
              <a:gdLst/>
              <a:ahLst/>
              <a:cxnLst/>
              <a:rect l="l" t="t" r="r" b="b"/>
              <a:pathLst>
                <a:path w="664209" h="217804">
                  <a:moveTo>
                    <a:pt x="210820" y="104101"/>
                  </a:moveTo>
                  <a:lnTo>
                    <a:pt x="207264" y="84340"/>
                  </a:lnTo>
                  <a:lnTo>
                    <a:pt x="196469" y="66154"/>
                  </a:lnTo>
                  <a:lnTo>
                    <a:pt x="177927" y="52819"/>
                  </a:lnTo>
                  <a:lnTo>
                    <a:pt x="151130" y="47650"/>
                  </a:lnTo>
                  <a:lnTo>
                    <a:pt x="137795" y="49682"/>
                  </a:lnTo>
                  <a:lnTo>
                    <a:pt x="125476" y="54546"/>
                  </a:lnTo>
                  <a:lnTo>
                    <a:pt x="114427" y="62026"/>
                  </a:lnTo>
                  <a:lnTo>
                    <a:pt x="105410" y="71856"/>
                  </a:lnTo>
                  <a:lnTo>
                    <a:pt x="96393" y="62039"/>
                  </a:lnTo>
                  <a:lnTo>
                    <a:pt x="85471" y="54559"/>
                  </a:lnTo>
                  <a:lnTo>
                    <a:pt x="73025" y="49682"/>
                  </a:lnTo>
                  <a:lnTo>
                    <a:pt x="59690" y="47650"/>
                  </a:lnTo>
                  <a:lnTo>
                    <a:pt x="50800" y="48069"/>
                  </a:lnTo>
                  <a:lnTo>
                    <a:pt x="42037" y="49733"/>
                  </a:lnTo>
                  <a:lnTo>
                    <a:pt x="33655" y="52590"/>
                  </a:lnTo>
                  <a:lnTo>
                    <a:pt x="25654" y="56629"/>
                  </a:lnTo>
                  <a:lnTo>
                    <a:pt x="25654" y="50685"/>
                  </a:lnTo>
                  <a:lnTo>
                    <a:pt x="0" y="50685"/>
                  </a:lnTo>
                  <a:lnTo>
                    <a:pt x="0" y="169176"/>
                  </a:lnTo>
                  <a:lnTo>
                    <a:pt x="27178" y="169176"/>
                  </a:lnTo>
                  <a:lnTo>
                    <a:pt x="27178" y="108750"/>
                  </a:lnTo>
                  <a:lnTo>
                    <a:pt x="31750" y="88150"/>
                  </a:lnTo>
                  <a:lnTo>
                    <a:pt x="41910" y="77355"/>
                  </a:lnTo>
                  <a:lnTo>
                    <a:pt x="52832" y="73190"/>
                  </a:lnTo>
                  <a:lnTo>
                    <a:pt x="59436" y="72517"/>
                  </a:lnTo>
                  <a:lnTo>
                    <a:pt x="72009" y="74764"/>
                  </a:lnTo>
                  <a:lnTo>
                    <a:pt x="82296" y="81330"/>
                  </a:lnTo>
                  <a:lnTo>
                    <a:pt x="89408" y="91224"/>
                  </a:lnTo>
                  <a:lnTo>
                    <a:pt x="92202" y="104546"/>
                  </a:lnTo>
                  <a:lnTo>
                    <a:pt x="92075" y="169176"/>
                  </a:lnTo>
                  <a:lnTo>
                    <a:pt x="118745" y="169176"/>
                  </a:lnTo>
                  <a:lnTo>
                    <a:pt x="118745" y="106718"/>
                  </a:lnTo>
                  <a:lnTo>
                    <a:pt x="120142" y="94284"/>
                  </a:lnTo>
                  <a:lnTo>
                    <a:pt x="126238" y="83718"/>
                  </a:lnTo>
                  <a:lnTo>
                    <a:pt x="135763" y="76136"/>
                  </a:lnTo>
                  <a:lnTo>
                    <a:pt x="149098" y="72529"/>
                  </a:lnTo>
                  <a:lnTo>
                    <a:pt x="157988" y="73190"/>
                  </a:lnTo>
                  <a:lnTo>
                    <a:pt x="168910" y="77355"/>
                  </a:lnTo>
                  <a:lnTo>
                    <a:pt x="179070" y="88150"/>
                  </a:lnTo>
                  <a:lnTo>
                    <a:pt x="183642" y="108750"/>
                  </a:lnTo>
                  <a:lnTo>
                    <a:pt x="183642" y="169176"/>
                  </a:lnTo>
                  <a:lnTo>
                    <a:pt x="210820" y="169176"/>
                  </a:lnTo>
                  <a:lnTo>
                    <a:pt x="210820" y="104101"/>
                  </a:lnTo>
                  <a:close/>
                </a:path>
                <a:path w="664209" h="217804">
                  <a:moveTo>
                    <a:pt x="346837" y="94576"/>
                  </a:moveTo>
                  <a:lnTo>
                    <a:pt x="337693" y="72567"/>
                  </a:lnTo>
                  <a:lnTo>
                    <a:pt x="337312" y="72161"/>
                  </a:lnTo>
                  <a:lnTo>
                    <a:pt x="320675" y="55537"/>
                  </a:lnTo>
                  <a:lnTo>
                    <a:pt x="320294" y="55346"/>
                  </a:lnTo>
                  <a:lnTo>
                    <a:pt x="320294" y="96672"/>
                  </a:lnTo>
                  <a:lnTo>
                    <a:pt x="248920" y="96672"/>
                  </a:lnTo>
                  <a:lnTo>
                    <a:pt x="254381" y="86601"/>
                  </a:lnTo>
                  <a:lnTo>
                    <a:pt x="262636" y="78854"/>
                  </a:lnTo>
                  <a:lnTo>
                    <a:pt x="272923" y="73875"/>
                  </a:lnTo>
                  <a:lnTo>
                    <a:pt x="284480" y="72161"/>
                  </a:lnTo>
                  <a:lnTo>
                    <a:pt x="296164" y="73875"/>
                  </a:lnTo>
                  <a:lnTo>
                    <a:pt x="306451" y="78854"/>
                  </a:lnTo>
                  <a:lnTo>
                    <a:pt x="314706" y="86601"/>
                  </a:lnTo>
                  <a:lnTo>
                    <a:pt x="320294" y="96672"/>
                  </a:lnTo>
                  <a:lnTo>
                    <a:pt x="320294" y="55346"/>
                  </a:lnTo>
                  <a:lnTo>
                    <a:pt x="297561" y="45847"/>
                  </a:lnTo>
                  <a:lnTo>
                    <a:pt x="272034" y="45847"/>
                  </a:lnTo>
                  <a:lnTo>
                    <a:pt x="232664" y="71335"/>
                  </a:lnTo>
                  <a:lnTo>
                    <a:pt x="222631" y="118630"/>
                  </a:lnTo>
                  <a:lnTo>
                    <a:pt x="231775" y="140639"/>
                  </a:lnTo>
                  <a:lnTo>
                    <a:pt x="248793" y="157670"/>
                  </a:lnTo>
                  <a:lnTo>
                    <a:pt x="271907" y="167347"/>
                  </a:lnTo>
                  <a:lnTo>
                    <a:pt x="276098" y="168211"/>
                  </a:lnTo>
                  <a:lnTo>
                    <a:pt x="280289" y="168643"/>
                  </a:lnTo>
                  <a:lnTo>
                    <a:pt x="284607" y="168643"/>
                  </a:lnTo>
                  <a:lnTo>
                    <a:pt x="302641" y="166166"/>
                  </a:lnTo>
                  <a:lnTo>
                    <a:pt x="319024" y="158915"/>
                  </a:lnTo>
                  <a:lnTo>
                    <a:pt x="332613" y="147497"/>
                  </a:lnTo>
                  <a:lnTo>
                    <a:pt x="334772" y="144145"/>
                  </a:lnTo>
                  <a:lnTo>
                    <a:pt x="342519" y="132473"/>
                  </a:lnTo>
                  <a:lnTo>
                    <a:pt x="312293" y="132473"/>
                  </a:lnTo>
                  <a:lnTo>
                    <a:pt x="299974" y="141008"/>
                  </a:lnTo>
                  <a:lnTo>
                    <a:pt x="285750" y="144145"/>
                  </a:lnTo>
                  <a:lnTo>
                    <a:pt x="250825" y="124853"/>
                  </a:lnTo>
                  <a:lnTo>
                    <a:pt x="248920" y="119214"/>
                  </a:lnTo>
                  <a:lnTo>
                    <a:pt x="346710" y="119214"/>
                  </a:lnTo>
                  <a:lnTo>
                    <a:pt x="346824" y="96672"/>
                  </a:lnTo>
                  <a:lnTo>
                    <a:pt x="346837" y="94576"/>
                  </a:lnTo>
                  <a:close/>
                </a:path>
                <a:path w="664209" h="217804">
                  <a:moveTo>
                    <a:pt x="487934" y="108343"/>
                  </a:moveTo>
                  <a:lnTo>
                    <a:pt x="482346" y="84607"/>
                  </a:lnTo>
                  <a:lnTo>
                    <a:pt x="468249" y="65239"/>
                  </a:lnTo>
                  <a:lnTo>
                    <a:pt x="462026" y="61315"/>
                  </a:lnTo>
                  <a:lnTo>
                    <a:pt x="462026" y="108343"/>
                  </a:lnTo>
                  <a:lnTo>
                    <a:pt x="462026" y="108775"/>
                  </a:lnTo>
                  <a:lnTo>
                    <a:pt x="458597" y="122986"/>
                  </a:lnTo>
                  <a:lnTo>
                    <a:pt x="450215" y="134620"/>
                  </a:lnTo>
                  <a:lnTo>
                    <a:pt x="437896" y="142303"/>
                  </a:lnTo>
                  <a:lnTo>
                    <a:pt x="422783" y="144907"/>
                  </a:lnTo>
                  <a:lnTo>
                    <a:pt x="384048" y="144907"/>
                  </a:lnTo>
                  <a:lnTo>
                    <a:pt x="384048" y="108343"/>
                  </a:lnTo>
                  <a:lnTo>
                    <a:pt x="387731" y="93802"/>
                  </a:lnTo>
                  <a:lnTo>
                    <a:pt x="396494" y="81978"/>
                  </a:lnTo>
                  <a:lnTo>
                    <a:pt x="409321" y="74269"/>
                  </a:lnTo>
                  <a:lnTo>
                    <a:pt x="424561" y="71856"/>
                  </a:lnTo>
                  <a:lnTo>
                    <a:pt x="438912" y="75120"/>
                  </a:lnTo>
                  <a:lnTo>
                    <a:pt x="450596" y="83019"/>
                  </a:lnTo>
                  <a:lnTo>
                    <a:pt x="458724" y="94526"/>
                  </a:lnTo>
                  <a:lnTo>
                    <a:pt x="462026" y="108343"/>
                  </a:lnTo>
                  <a:lnTo>
                    <a:pt x="462026" y="61315"/>
                  </a:lnTo>
                  <a:lnTo>
                    <a:pt x="447802" y="52451"/>
                  </a:lnTo>
                  <a:lnTo>
                    <a:pt x="423037" y="48183"/>
                  </a:lnTo>
                  <a:lnTo>
                    <a:pt x="397891" y="52451"/>
                  </a:lnTo>
                  <a:lnTo>
                    <a:pt x="398272" y="52451"/>
                  </a:lnTo>
                  <a:lnTo>
                    <a:pt x="377825" y="65087"/>
                  </a:lnTo>
                  <a:lnTo>
                    <a:pt x="363728" y="84391"/>
                  </a:lnTo>
                  <a:lnTo>
                    <a:pt x="358140" y="108343"/>
                  </a:lnTo>
                  <a:lnTo>
                    <a:pt x="358140" y="217195"/>
                  </a:lnTo>
                  <a:lnTo>
                    <a:pt x="383794" y="217195"/>
                  </a:lnTo>
                  <a:lnTo>
                    <a:pt x="383794" y="169176"/>
                  </a:lnTo>
                  <a:lnTo>
                    <a:pt x="423037" y="169176"/>
                  </a:lnTo>
                  <a:lnTo>
                    <a:pt x="468249" y="152184"/>
                  </a:lnTo>
                  <a:lnTo>
                    <a:pt x="471538" y="144907"/>
                  </a:lnTo>
                  <a:lnTo>
                    <a:pt x="487934" y="108775"/>
                  </a:lnTo>
                  <a:lnTo>
                    <a:pt x="487934" y="108343"/>
                  </a:lnTo>
                  <a:close/>
                </a:path>
                <a:path w="664209" h="217804">
                  <a:moveTo>
                    <a:pt x="595249" y="112306"/>
                  </a:moveTo>
                  <a:lnTo>
                    <a:pt x="594360" y="114579"/>
                  </a:lnTo>
                  <a:lnTo>
                    <a:pt x="591693" y="120408"/>
                  </a:lnTo>
                  <a:lnTo>
                    <a:pt x="588518" y="124625"/>
                  </a:lnTo>
                  <a:lnTo>
                    <a:pt x="584708" y="128130"/>
                  </a:lnTo>
                  <a:lnTo>
                    <a:pt x="584454" y="128130"/>
                  </a:lnTo>
                  <a:lnTo>
                    <a:pt x="580517" y="131737"/>
                  </a:lnTo>
                  <a:lnTo>
                    <a:pt x="575945" y="134569"/>
                  </a:lnTo>
                  <a:lnTo>
                    <a:pt x="568960" y="137325"/>
                  </a:lnTo>
                  <a:lnTo>
                    <a:pt x="566928" y="137985"/>
                  </a:lnTo>
                  <a:lnTo>
                    <a:pt x="564896" y="138480"/>
                  </a:lnTo>
                  <a:lnTo>
                    <a:pt x="595249" y="138480"/>
                  </a:lnTo>
                  <a:lnTo>
                    <a:pt x="595249" y="112306"/>
                  </a:lnTo>
                  <a:close/>
                </a:path>
                <a:path w="664209" h="217804">
                  <a:moveTo>
                    <a:pt x="628269" y="145148"/>
                  </a:moveTo>
                  <a:lnTo>
                    <a:pt x="621792" y="84328"/>
                  </a:lnTo>
                  <a:lnTo>
                    <a:pt x="602361" y="62230"/>
                  </a:lnTo>
                  <a:lnTo>
                    <a:pt x="602361" y="108458"/>
                  </a:lnTo>
                  <a:lnTo>
                    <a:pt x="602361" y="145148"/>
                  </a:lnTo>
                  <a:lnTo>
                    <a:pt x="563372" y="145148"/>
                  </a:lnTo>
                  <a:lnTo>
                    <a:pt x="548513" y="142582"/>
                  </a:lnTo>
                  <a:lnTo>
                    <a:pt x="536321" y="134899"/>
                  </a:lnTo>
                  <a:lnTo>
                    <a:pt x="527812" y="123278"/>
                  </a:lnTo>
                  <a:lnTo>
                    <a:pt x="524510" y="108864"/>
                  </a:lnTo>
                  <a:lnTo>
                    <a:pt x="524510" y="108458"/>
                  </a:lnTo>
                  <a:lnTo>
                    <a:pt x="528066" y="94043"/>
                  </a:lnTo>
                  <a:lnTo>
                    <a:pt x="536829" y="82219"/>
                  </a:lnTo>
                  <a:lnTo>
                    <a:pt x="549656" y="74510"/>
                  </a:lnTo>
                  <a:lnTo>
                    <a:pt x="564896" y="72085"/>
                  </a:lnTo>
                  <a:lnTo>
                    <a:pt x="579247" y="75349"/>
                  </a:lnTo>
                  <a:lnTo>
                    <a:pt x="590931" y="83261"/>
                  </a:lnTo>
                  <a:lnTo>
                    <a:pt x="599059" y="94767"/>
                  </a:lnTo>
                  <a:lnTo>
                    <a:pt x="602361" y="108458"/>
                  </a:lnTo>
                  <a:lnTo>
                    <a:pt x="602361" y="62230"/>
                  </a:lnTo>
                  <a:lnTo>
                    <a:pt x="585470" y="52298"/>
                  </a:lnTo>
                  <a:lnTo>
                    <a:pt x="559943" y="48615"/>
                  </a:lnTo>
                  <a:lnTo>
                    <a:pt x="536575" y="54165"/>
                  </a:lnTo>
                  <a:lnTo>
                    <a:pt x="517398" y="67157"/>
                  </a:lnTo>
                  <a:lnTo>
                    <a:pt x="504190" y="85928"/>
                  </a:lnTo>
                  <a:lnTo>
                    <a:pt x="498602" y="108458"/>
                  </a:lnTo>
                  <a:lnTo>
                    <a:pt x="504063" y="132638"/>
                  </a:lnTo>
                  <a:lnTo>
                    <a:pt x="518160" y="152031"/>
                  </a:lnTo>
                  <a:lnTo>
                    <a:pt x="538480" y="164858"/>
                  </a:lnTo>
                  <a:lnTo>
                    <a:pt x="563245" y="169189"/>
                  </a:lnTo>
                  <a:lnTo>
                    <a:pt x="628269" y="169189"/>
                  </a:lnTo>
                  <a:lnTo>
                    <a:pt x="628269" y="145148"/>
                  </a:lnTo>
                  <a:close/>
                </a:path>
                <a:path w="664209" h="217804">
                  <a:moveTo>
                    <a:pt x="664108" y="0"/>
                  </a:moveTo>
                  <a:lnTo>
                    <a:pt x="638429" y="0"/>
                  </a:lnTo>
                  <a:lnTo>
                    <a:pt x="638429" y="168770"/>
                  </a:lnTo>
                  <a:lnTo>
                    <a:pt x="664108" y="168770"/>
                  </a:lnTo>
                  <a:lnTo>
                    <a:pt x="6641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328" y="6216053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535"/>
                  </a:lnTo>
                </a:path>
              </a:pathLst>
            </a:custGeom>
            <a:ln w="710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67004" y="1365249"/>
            <a:ext cx="10034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85025" algn="l"/>
                <a:tab pos="8319134" algn="l"/>
                <a:tab pos="8817610" algn="l"/>
                <a:tab pos="10020935" algn="l"/>
              </a:tabLst>
            </a:pPr>
            <a:r>
              <a:rPr sz="1600" b="1" spc="-10" dirty="0">
                <a:solidFill>
                  <a:srgbClr val="494646"/>
                </a:solidFill>
                <a:latin typeface="Trebuchet MS"/>
                <a:cs typeface="Trebuchet MS"/>
              </a:rPr>
              <a:t>Nombre:</a:t>
            </a:r>
            <a:r>
              <a:rPr sz="1600" b="1" u="heavy" dirty="0">
                <a:solidFill>
                  <a:srgbClr val="494646"/>
                </a:solidFill>
                <a:uFill>
                  <a:solidFill>
                    <a:srgbClr val="484645"/>
                  </a:solidFill>
                </a:uFill>
                <a:latin typeface="Trebuchet MS"/>
                <a:cs typeface="Trebuchet MS"/>
              </a:rPr>
              <a:t>	</a:t>
            </a:r>
            <a:r>
              <a:rPr sz="1600" b="1" spc="-10" dirty="0">
                <a:solidFill>
                  <a:srgbClr val="494646"/>
                </a:solidFill>
                <a:latin typeface="Trebuchet MS"/>
                <a:cs typeface="Trebuchet MS"/>
              </a:rPr>
              <a:t>Fecha:</a:t>
            </a:r>
            <a:r>
              <a:rPr sz="1600" b="1" u="heavy" dirty="0">
                <a:solidFill>
                  <a:srgbClr val="494646"/>
                </a:solidFill>
                <a:uFill>
                  <a:solidFill>
                    <a:srgbClr val="484645"/>
                  </a:solidFill>
                </a:uFill>
                <a:latin typeface="Trebuchet MS"/>
                <a:cs typeface="Trebuchet MS"/>
              </a:rPr>
              <a:t>	</a:t>
            </a:r>
            <a:r>
              <a:rPr sz="1600" b="1" spc="-50" dirty="0">
                <a:solidFill>
                  <a:srgbClr val="494646"/>
                </a:solidFill>
                <a:latin typeface="Trebuchet MS"/>
                <a:cs typeface="Trebuchet MS"/>
              </a:rPr>
              <a:t>/</a:t>
            </a:r>
            <a:r>
              <a:rPr sz="1600" b="1" u="heavy" dirty="0">
                <a:solidFill>
                  <a:srgbClr val="494646"/>
                </a:solidFill>
                <a:uFill>
                  <a:solidFill>
                    <a:srgbClr val="484645"/>
                  </a:solidFill>
                </a:uFill>
                <a:latin typeface="Trebuchet MS"/>
                <a:cs typeface="Trebuchet MS"/>
              </a:rPr>
              <a:t>	</a:t>
            </a:r>
            <a:r>
              <a:rPr sz="1600" b="1" spc="-50" dirty="0">
                <a:solidFill>
                  <a:srgbClr val="494646"/>
                </a:solidFill>
                <a:latin typeface="Trebuchet MS"/>
                <a:cs typeface="Trebuchet MS"/>
              </a:rPr>
              <a:t>/</a:t>
            </a:r>
            <a:r>
              <a:rPr sz="1600" b="1" u="heavy" dirty="0">
                <a:solidFill>
                  <a:srgbClr val="494646"/>
                </a:solidFill>
                <a:uFill>
                  <a:solidFill>
                    <a:srgbClr val="484645"/>
                  </a:solidFill>
                </a:uFill>
                <a:latin typeface="Trebuchet MS"/>
                <a:cs typeface="Trebuchet MS"/>
              </a:rPr>
              <a:t>	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240"/>
              </a:lnSpc>
            </a:pPr>
            <a:r>
              <a:rPr spc="-25" dirty="0"/>
              <a:t>29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50554" y="6265231"/>
            <a:ext cx="95567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b="1" spc="-20" dirty="0">
                <a:solidFill>
                  <a:srgbClr val="888888"/>
                </a:solidFill>
                <a:latin typeface="Trebuchet MS"/>
                <a:cs typeface="Trebuchet MS"/>
              </a:rPr>
              <a:t>Mapa</a:t>
            </a:r>
            <a:r>
              <a:rPr sz="900" b="1" spc="-5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888888"/>
                </a:solidFill>
                <a:latin typeface="Trebuchet MS"/>
                <a:cs typeface="Trebuchet MS"/>
              </a:rPr>
              <a:t>de</a:t>
            </a:r>
            <a:r>
              <a:rPr sz="900" b="1" spc="-20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888888"/>
                </a:solidFill>
                <a:latin typeface="Trebuchet MS"/>
                <a:cs typeface="Trebuchet MS"/>
              </a:rPr>
              <a:t>producto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5124" y="2617977"/>
            <a:ext cx="45466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400" spc="-25" dirty="0">
                <a:solidFill>
                  <a:srgbClr val="232323"/>
                </a:solidFill>
                <a:latin typeface="Trebuchet MS"/>
                <a:cs typeface="Trebuchet MS"/>
              </a:rPr>
              <a:t>1.</a:t>
            </a:r>
            <a:r>
              <a:rPr sz="1400" dirty="0">
                <a:solidFill>
                  <a:srgbClr val="232323"/>
                </a:solidFill>
                <a:latin typeface="Trebuchet MS"/>
                <a:cs typeface="Trebuchet MS"/>
              </a:rPr>
              <a:t>	Los</a:t>
            </a:r>
            <a:r>
              <a:rPr sz="1400" spc="-75" dirty="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Trebuchet MS"/>
                <a:cs typeface="Trebuchet MS"/>
              </a:rPr>
              <a:t>troqueles</a:t>
            </a:r>
            <a:r>
              <a:rPr sz="1400" spc="-90" dirty="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32323"/>
                </a:solidFill>
                <a:latin typeface="Trebuchet MS"/>
                <a:cs typeface="Trebuchet MS"/>
              </a:rPr>
              <a:t>del</a:t>
            </a:r>
            <a:r>
              <a:rPr sz="1400" spc="-60" dirty="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Trebuchet MS"/>
                <a:cs typeface="Trebuchet MS"/>
              </a:rPr>
              <a:t>ducto</a:t>
            </a:r>
            <a:r>
              <a:rPr sz="1400" spc="-95" dirty="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32323"/>
                </a:solidFill>
                <a:latin typeface="Trebuchet MS"/>
                <a:cs typeface="Trebuchet MS"/>
              </a:rPr>
              <a:t>terminal</a:t>
            </a:r>
            <a:r>
              <a:rPr sz="1400" spc="-55" dirty="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32323"/>
                </a:solidFill>
                <a:latin typeface="Trebuchet MS"/>
                <a:cs typeface="Trebuchet MS"/>
              </a:rPr>
              <a:t>quedan</a:t>
            </a:r>
            <a:r>
              <a:rPr sz="1400" spc="-65" dirty="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Trebuchet MS"/>
                <a:cs typeface="Trebuchet MS"/>
              </a:rPr>
              <a:t>desplazados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5124" y="3044698"/>
            <a:ext cx="36195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400" spc="-25" dirty="0">
                <a:solidFill>
                  <a:srgbClr val="4D4D4D"/>
                </a:solidFill>
                <a:latin typeface="Trebuchet MS"/>
                <a:cs typeface="Trebuchet MS"/>
              </a:rPr>
              <a:t>2.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	La</a:t>
            </a:r>
            <a:r>
              <a:rPr sz="1400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D4D4D"/>
                </a:solidFill>
                <a:latin typeface="Trebuchet MS"/>
                <a:cs typeface="Trebuchet MS"/>
              </a:rPr>
              <a:t>pantalla</a:t>
            </a:r>
            <a:r>
              <a:rPr sz="1400" spc="-9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lateral</a:t>
            </a:r>
            <a:r>
              <a:rPr sz="1400" spc="4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atraviesa</a:t>
            </a:r>
            <a:r>
              <a:rPr sz="1400" spc="-5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la</a:t>
            </a:r>
            <a:r>
              <a:rPr sz="1400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D4D4D"/>
                </a:solidFill>
                <a:latin typeface="Trebuchet MS"/>
                <a:cs typeface="Trebuchet MS"/>
              </a:rPr>
              <a:t>superficie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5124" y="3471417"/>
            <a:ext cx="68961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400" spc="-25" dirty="0">
                <a:solidFill>
                  <a:srgbClr val="4D4D4D"/>
                </a:solidFill>
                <a:latin typeface="Trebuchet MS"/>
                <a:cs typeface="Trebuchet MS"/>
              </a:rPr>
              <a:t>3.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	Se</a:t>
            </a:r>
            <a:r>
              <a:rPr sz="1400" spc="-3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debe</a:t>
            </a:r>
            <a:r>
              <a:rPr sz="1400" spc="-8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usar</a:t>
            </a:r>
            <a:r>
              <a:rPr sz="1400" spc="-5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ducto</a:t>
            </a:r>
            <a:r>
              <a:rPr sz="1400" spc="-9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D4D4D"/>
                </a:solidFill>
                <a:latin typeface="Trebuchet MS"/>
                <a:cs typeface="Trebuchet MS"/>
              </a:rPr>
              <a:t>terminal</a:t>
            </a:r>
            <a:r>
              <a:rPr sz="1400" spc="-8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en</a:t>
            </a:r>
            <a:r>
              <a:rPr sz="1400" spc="-1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el</a:t>
            </a:r>
            <a:r>
              <a:rPr sz="1400" spc="-3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D4D4D"/>
                </a:solidFill>
                <a:latin typeface="Trebuchet MS"/>
                <a:cs typeface="Trebuchet MS"/>
              </a:rPr>
              <a:t>extremo</a:t>
            </a:r>
            <a:r>
              <a:rPr sz="1400" spc="-6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del</a:t>
            </a:r>
            <a:r>
              <a:rPr sz="1400" spc="-4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D4D4D"/>
                </a:solidFill>
                <a:latin typeface="Trebuchet MS"/>
                <a:cs typeface="Trebuchet MS"/>
              </a:rPr>
              <a:t>bench</a:t>
            </a:r>
            <a:r>
              <a:rPr sz="1400" spc="-1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si</a:t>
            </a:r>
            <a:r>
              <a:rPr sz="1400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D4D4D"/>
                </a:solidFill>
                <a:latin typeface="Trebuchet MS"/>
                <a:cs typeface="Trebuchet MS"/>
              </a:rPr>
              <a:t>quiero</a:t>
            </a:r>
            <a:r>
              <a:rPr sz="1400" spc="-4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D4D4D"/>
                </a:solidFill>
                <a:latin typeface="Trebuchet MS"/>
                <a:cs typeface="Trebuchet MS"/>
              </a:rPr>
              <a:t>cablear</a:t>
            </a:r>
            <a:r>
              <a:rPr sz="1400" spc="-8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D4D4D"/>
                </a:solidFill>
                <a:latin typeface="Trebuchet MS"/>
                <a:cs typeface="Trebuchet MS"/>
              </a:rPr>
              <a:t>desde</a:t>
            </a:r>
            <a:r>
              <a:rPr sz="1400" spc="-8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D4D4D"/>
                </a:solidFill>
                <a:latin typeface="Trebuchet MS"/>
                <a:cs typeface="Trebuchet MS"/>
              </a:rPr>
              <a:t>pared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5124" y="3897884"/>
            <a:ext cx="77247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00" spc="-25" dirty="0">
                <a:solidFill>
                  <a:srgbClr val="4D4D4D"/>
                </a:solidFill>
                <a:latin typeface="Trebuchet MS"/>
                <a:cs typeface="Trebuchet MS"/>
              </a:rPr>
              <a:t>4.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	Se</a:t>
            </a:r>
            <a:r>
              <a:rPr sz="1400" spc="-7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debe</a:t>
            </a:r>
            <a:r>
              <a:rPr sz="1400" spc="-8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D4D4D"/>
                </a:solidFill>
                <a:latin typeface="Trebuchet MS"/>
                <a:cs typeface="Trebuchet MS"/>
              </a:rPr>
              <a:t>informar</a:t>
            </a:r>
            <a:r>
              <a:rPr sz="1400" spc="-4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a</a:t>
            </a:r>
            <a:r>
              <a:rPr sz="1400" spc="-1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POP</a:t>
            </a:r>
            <a:r>
              <a:rPr sz="1400" spc="-13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que</a:t>
            </a:r>
            <a:r>
              <a:rPr sz="1400" spc="-8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el</a:t>
            </a:r>
            <a:r>
              <a:rPr sz="1400" spc="-4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D4D4D"/>
                </a:solidFill>
                <a:latin typeface="Trebuchet MS"/>
                <a:cs typeface="Trebuchet MS"/>
              </a:rPr>
              <a:t>puesto</a:t>
            </a:r>
            <a:r>
              <a:rPr sz="1400" spc="-11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de</a:t>
            </a:r>
            <a:r>
              <a:rPr sz="1400" spc="35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D4D4D"/>
                </a:solidFill>
                <a:latin typeface="Trebuchet MS"/>
                <a:cs typeface="Trebuchet MS"/>
              </a:rPr>
              <a:t>trabajo</a:t>
            </a:r>
            <a:r>
              <a:rPr sz="1400" spc="-3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lleva</a:t>
            </a:r>
            <a:r>
              <a:rPr sz="1400" spc="-5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4D4D4D"/>
                </a:solidFill>
                <a:latin typeface="Trebuchet MS"/>
                <a:cs typeface="Trebuchet MS"/>
              </a:rPr>
              <a:t>pantallas</a:t>
            </a:r>
            <a:r>
              <a:rPr sz="1400" spc="-9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para</a:t>
            </a:r>
            <a:r>
              <a:rPr sz="1400" spc="-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que</a:t>
            </a:r>
            <a:r>
              <a:rPr sz="1400" spc="-6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le</a:t>
            </a:r>
            <a:r>
              <a:rPr sz="1400" spc="-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abran</a:t>
            </a:r>
            <a:r>
              <a:rPr sz="1400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los</a:t>
            </a:r>
            <a:r>
              <a:rPr sz="1400" spc="-4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D4D4D"/>
                </a:solidFill>
                <a:latin typeface="Trebuchet MS"/>
                <a:cs typeface="Trebuchet MS"/>
              </a:rPr>
              <a:t>huecos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5124" y="4297807"/>
            <a:ext cx="41325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00" spc="-25" dirty="0">
                <a:solidFill>
                  <a:srgbClr val="4D4D4D"/>
                </a:solidFill>
                <a:latin typeface="Trebuchet MS"/>
                <a:cs typeface="Trebuchet MS"/>
              </a:rPr>
              <a:t>5.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	Se</a:t>
            </a:r>
            <a:r>
              <a:rPr sz="1400" spc="1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D4D4D"/>
                </a:solidFill>
                <a:latin typeface="Trebuchet MS"/>
                <a:cs typeface="Trebuchet MS"/>
              </a:rPr>
              <a:t>puede</a:t>
            </a:r>
            <a:r>
              <a:rPr sz="1400" spc="-7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pedir</a:t>
            </a:r>
            <a:r>
              <a:rPr sz="1400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D4D4D"/>
                </a:solidFill>
                <a:latin typeface="Trebuchet MS"/>
                <a:cs typeface="Trebuchet MS"/>
              </a:rPr>
              <a:t>la</a:t>
            </a:r>
            <a:r>
              <a:rPr sz="1400" spc="3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D4D4D"/>
                </a:solidFill>
                <a:latin typeface="Trebuchet MS"/>
                <a:cs typeface="Trebuchet MS"/>
              </a:rPr>
              <a:t>superficie</a:t>
            </a:r>
            <a:r>
              <a:rPr sz="1400" spc="-4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4D4D4D"/>
                </a:solidFill>
                <a:latin typeface="Trebuchet MS"/>
                <a:cs typeface="Trebuchet MS"/>
              </a:rPr>
              <a:t>completamente</a:t>
            </a:r>
            <a:r>
              <a:rPr sz="1400" spc="-1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D4D4D"/>
                </a:solidFill>
                <a:latin typeface="Trebuchet MS"/>
                <a:cs typeface="Trebuchet MS"/>
              </a:rPr>
              <a:t>lisa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12402" y="2617977"/>
            <a:ext cx="1177290" cy="193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indent="-28765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12420" algn="l"/>
              </a:tabLst>
            </a:pPr>
            <a:r>
              <a:rPr sz="1600" spc="-50" dirty="0">
                <a:solidFill>
                  <a:srgbClr val="4D4D4D"/>
                </a:solidFill>
                <a:latin typeface="Segoe UI Light"/>
                <a:cs typeface="Segoe UI Light"/>
              </a:rPr>
              <a:t>Verdadero</a:t>
            </a:r>
            <a:endParaRPr sz="1600">
              <a:latin typeface="Segoe UI Light"/>
              <a:cs typeface="Segoe UI Light"/>
            </a:endParaRPr>
          </a:p>
          <a:p>
            <a:pPr marL="299085" indent="-286385">
              <a:lnSpc>
                <a:spcPct val="100000"/>
              </a:lnSpc>
              <a:spcBef>
                <a:spcPts val="1500"/>
              </a:spcBef>
              <a:buFont typeface="Wingdings"/>
              <a:buChar char=""/>
              <a:tabLst>
                <a:tab pos="299085" algn="l"/>
              </a:tabLst>
            </a:pPr>
            <a:r>
              <a:rPr sz="1600" spc="-35" dirty="0">
                <a:solidFill>
                  <a:srgbClr val="4D4D4D"/>
                </a:solidFill>
                <a:latin typeface="Segoe UI Light"/>
                <a:cs typeface="Segoe UI Light"/>
              </a:rPr>
              <a:t>Verdadero</a:t>
            </a:r>
            <a:endParaRPr sz="1600">
              <a:latin typeface="Segoe UI Light"/>
              <a:cs typeface="Segoe UI Light"/>
            </a:endParaRPr>
          </a:p>
          <a:p>
            <a:pPr marL="312420" indent="-287655">
              <a:lnSpc>
                <a:spcPct val="100000"/>
              </a:lnSpc>
              <a:spcBef>
                <a:spcPts val="1500"/>
              </a:spcBef>
              <a:buFont typeface="Wingdings"/>
              <a:buChar char=""/>
              <a:tabLst>
                <a:tab pos="312420" algn="l"/>
              </a:tabLst>
            </a:pPr>
            <a:r>
              <a:rPr sz="1600" spc="-50" dirty="0">
                <a:solidFill>
                  <a:srgbClr val="4D4D4D"/>
                </a:solidFill>
                <a:latin typeface="Segoe UI Light"/>
                <a:cs typeface="Segoe UI Light"/>
              </a:rPr>
              <a:t>Verdadero</a:t>
            </a:r>
            <a:endParaRPr sz="1600">
              <a:latin typeface="Segoe UI Light"/>
              <a:cs typeface="Segoe UI Light"/>
            </a:endParaRPr>
          </a:p>
          <a:p>
            <a:pPr marL="312420" indent="-287655">
              <a:lnSpc>
                <a:spcPct val="100000"/>
              </a:lnSpc>
              <a:spcBef>
                <a:spcPts val="1090"/>
              </a:spcBef>
              <a:buFont typeface="Wingdings"/>
              <a:buChar char=""/>
              <a:tabLst>
                <a:tab pos="312420" algn="l"/>
              </a:tabLst>
            </a:pPr>
            <a:r>
              <a:rPr sz="1600" spc="-50" dirty="0">
                <a:solidFill>
                  <a:srgbClr val="4D4D4D"/>
                </a:solidFill>
                <a:latin typeface="Segoe UI Light"/>
                <a:cs typeface="Segoe UI Light"/>
              </a:rPr>
              <a:t>Verdadero</a:t>
            </a:r>
            <a:endParaRPr sz="1600">
              <a:latin typeface="Segoe UI Light"/>
              <a:cs typeface="Segoe UI Light"/>
            </a:endParaRPr>
          </a:p>
          <a:p>
            <a:pPr marL="323215" indent="-286385">
              <a:lnSpc>
                <a:spcPct val="100000"/>
              </a:lnSpc>
              <a:spcBef>
                <a:spcPts val="1310"/>
              </a:spcBef>
              <a:buFont typeface="Wingdings"/>
              <a:buChar char=""/>
              <a:tabLst>
                <a:tab pos="323215" algn="l"/>
              </a:tabLst>
            </a:pPr>
            <a:r>
              <a:rPr sz="1600" spc="-50" dirty="0">
                <a:solidFill>
                  <a:srgbClr val="4D4D4D"/>
                </a:solidFill>
                <a:latin typeface="Segoe UI Light"/>
                <a:cs typeface="Segoe UI Light"/>
              </a:rPr>
              <a:t>Verdadero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94034" y="2617977"/>
            <a:ext cx="749300" cy="193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785" indent="-28575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11785" algn="l"/>
              </a:tabLst>
            </a:pPr>
            <a:r>
              <a:rPr sz="1600" spc="-10" dirty="0">
                <a:solidFill>
                  <a:srgbClr val="4D4D4D"/>
                </a:solidFill>
                <a:latin typeface="Segoe UI Light"/>
                <a:cs typeface="Segoe UI Light"/>
              </a:rPr>
              <a:t>Falso</a:t>
            </a:r>
            <a:endParaRPr sz="1600">
              <a:latin typeface="Segoe UI Light"/>
              <a:cs typeface="Segoe UI Light"/>
            </a:endParaRPr>
          </a:p>
          <a:p>
            <a:pPr marL="298450" indent="-285750">
              <a:lnSpc>
                <a:spcPct val="100000"/>
              </a:lnSpc>
              <a:spcBef>
                <a:spcPts val="1500"/>
              </a:spcBef>
              <a:buFont typeface="Wingdings"/>
              <a:buChar char=""/>
              <a:tabLst>
                <a:tab pos="298450" algn="l"/>
              </a:tabLst>
            </a:pPr>
            <a:r>
              <a:rPr sz="1600" spc="-10" dirty="0">
                <a:solidFill>
                  <a:srgbClr val="4D4D4D"/>
                </a:solidFill>
                <a:latin typeface="Segoe UI Light"/>
                <a:cs typeface="Segoe UI Light"/>
              </a:rPr>
              <a:t>Falso</a:t>
            </a:r>
            <a:endParaRPr sz="1600">
              <a:latin typeface="Segoe UI Light"/>
              <a:cs typeface="Segoe UI Light"/>
            </a:endParaRPr>
          </a:p>
          <a:p>
            <a:pPr marL="311785" indent="-285750">
              <a:lnSpc>
                <a:spcPct val="100000"/>
              </a:lnSpc>
              <a:spcBef>
                <a:spcPts val="1500"/>
              </a:spcBef>
              <a:buFont typeface="Wingdings"/>
              <a:buChar char=""/>
              <a:tabLst>
                <a:tab pos="311785" algn="l"/>
              </a:tabLst>
            </a:pPr>
            <a:r>
              <a:rPr sz="1600" spc="-10" dirty="0">
                <a:solidFill>
                  <a:srgbClr val="4D4D4D"/>
                </a:solidFill>
                <a:latin typeface="Segoe UI Light"/>
                <a:cs typeface="Segoe UI Light"/>
              </a:rPr>
              <a:t>Falso</a:t>
            </a:r>
            <a:endParaRPr sz="1600">
              <a:latin typeface="Segoe UI Light"/>
              <a:cs typeface="Segoe UI Light"/>
            </a:endParaRPr>
          </a:p>
          <a:p>
            <a:pPr marL="311785" indent="-285750">
              <a:lnSpc>
                <a:spcPct val="100000"/>
              </a:lnSpc>
              <a:spcBef>
                <a:spcPts val="1090"/>
              </a:spcBef>
              <a:buFont typeface="Wingdings"/>
              <a:buChar char=""/>
              <a:tabLst>
                <a:tab pos="311785" algn="l"/>
              </a:tabLst>
            </a:pPr>
            <a:r>
              <a:rPr sz="1600" spc="-10" dirty="0">
                <a:solidFill>
                  <a:srgbClr val="4D4D4D"/>
                </a:solidFill>
                <a:latin typeface="Segoe UI Light"/>
                <a:cs typeface="Segoe UI Light"/>
              </a:rPr>
              <a:t>Falso</a:t>
            </a:r>
            <a:endParaRPr sz="1600">
              <a:latin typeface="Segoe UI Light"/>
              <a:cs typeface="Segoe UI Light"/>
            </a:endParaRPr>
          </a:p>
          <a:p>
            <a:pPr marL="322580" indent="-285750">
              <a:lnSpc>
                <a:spcPct val="100000"/>
              </a:lnSpc>
              <a:spcBef>
                <a:spcPts val="1310"/>
              </a:spcBef>
              <a:buFont typeface="Wingdings"/>
              <a:buChar char=""/>
              <a:tabLst>
                <a:tab pos="322580" algn="l"/>
              </a:tabLst>
            </a:pPr>
            <a:r>
              <a:rPr sz="1600" spc="-25" dirty="0">
                <a:solidFill>
                  <a:srgbClr val="4D4D4D"/>
                </a:solidFill>
                <a:latin typeface="Segoe UI Light"/>
                <a:cs typeface="Segoe UI Light"/>
              </a:rPr>
              <a:t>Falso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Koncisa</a:t>
            </a:r>
            <a:r>
              <a:rPr spc="-85" dirty="0"/>
              <a:t> </a:t>
            </a:r>
            <a:r>
              <a:rPr sz="2500" spc="-20" dirty="0"/>
              <a:t>Plus</a:t>
            </a:r>
            <a:endParaRPr sz="25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028" y="5223128"/>
            <a:ext cx="170053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Cali: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4D4D4D"/>
                </a:solidFill>
                <a:latin typeface="Trebuchet MS"/>
                <a:cs typeface="Trebuchet MS"/>
              </a:rPr>
              <a:t>(+57-</a:t>
            </a: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2)</a:t>
            </a:r>
            <a:r>
              <a:rPr sz="1000" spc="-8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660</a:t>
            </a:r>
            <a:r>
              <a:rPr sz="1000" spc="-6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2100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Bogotá:</a:t>
            </a:r>
            <a:r>
              <a:rPr sz="1000" spc="-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35" dirty="0">
                <a:solidFill>
                  <a:srgbClr val="4D4D4D"/>
                </a:solidFill>
                <a:latin typeface="Trebuchet MS"/>
                <a:cs typeface="Trebuchet MS"/>
              </a:rPr>
              <a:t>(+57-</a:t>
            </a: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1)</a:t>
            </a:r>
            <a:r>
              <a:rPr sz="1000" spc="-1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4297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4D4D4D"/>
                </a:solidFill>
                <a:latin typeface="Trebuchet MS"/>
                <a:cs typeface="Trebuchet MS"/>
              </a:rPr>
              <a:t>470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4D4D4D"/>
                </a:solidFill>
                <a:latin typeface="Trebuchet MS"/>
                <a:cs typeface="Trebuchet MS"/>
              </a:rPr>
              <a:t>Medellín:</a:t>
            </a:r>
            <a:r>
              <a:rPr sz="1000" spc="3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4D4D4D"/>
                </a:solidFill>
                <a:latin typeface="Trebuchet MS"/>
                <a:cs typeface="Trebuchet MS"/>
              </a:rPr>
              <a:t>(+57-</a:t>
            </a: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4)</a:t>
            </a:r>
            <a:r>
              <a:rPr sz="1000" spc="-8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4D4D4D"/>
                </a:solidFill>
                <a:latin typeface="Trebuchet MS"/>
                <a:cs typeface="Trebuchet MS"/>
              </a:rPr>
              <a:t>384</a:t>
            </a:r>
            <a:r>
              <a:rPr sz="1000" spc="-7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5604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Barranquilla:</a:t>
            </a:r>
            <a:r>
              <a:rPr sz="1000" spc="7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4D4D4D"/>
                </a:solidFill>
                <a:latin typeface="Trebuchet MS"/>
                <a:cs typeface="Trebuchet MS"/>
              </a:rPr>
              <a:t>(+57-</a:t>
            </a: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5)</a:t>
            </a:r>
            <a:r>
              <a:rPr sz="1000" spc="-6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4D4D4D"/>
                </a:solidFill>
                <a:latin typeface="Trebuchet MS"/>
                <a:cs typeface="Trebuchet MS"/>
              </a:rPr>
              <a:t>330</a:t>
            </a:r>
            <a:r>
              <a:rPr sz="1000" spc="-5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9830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Quito:</a:t>
            </a:r>
            <a:r>
              <a:rPr sz="1000" spc="-25" dirty="0">
                <a:solidFill>
                  <a:srgbClr val="4D4D4D"/>
                </a:solidFill>
                <a:latin typeface="Trebuchet MS"/>
                <a:cs typeface="Trebuchet MS"/>
              </a:rPr>
              <a:t> (+593-</a:t>
            </a:r>
            <a:r>
              <a:rPr sz="1000" spc="-10" dirty="0">
                <a:solidFill>
                  <a:srgbClr val="4D4D4D"/>
                </a:solidFill>
                <a:latin typeface="Trebuchet MS"/>
                <a:cs typeface="Trebuchet MS"/>
              </a:rPr>
              <a:t>2)</a:t>
            </a:r>
            <a:r>
              <a:rPr sz="1000" spc="-7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256</a:t>
            </a:r>
            <a:r>
              <a:rPr sz="1000" spc="-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8312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Guayaquil:</a:t>
            </a:r>
            <a:r>
              <a:rPr sz="1000" spc="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4D4D4D"/>
                </a:solidFill>
                <a:latin typeface="Trebuchet MS"/>
                <a:cs typeface="Trebuchet MS"/>
              </a:rPr>
              <a:t>(+593-</a:t>
            </a:r>
            <a:r>
              <a:rPr sz="1000" spc="-10" dirty="0">
                <a:solidFill>
                  <a:srgbClr val="4D4D4D"/>
                </a:solidFill>
                <a:latin typeface="Trebuchet MS"/>
                <a:cs typeface="Trebuchet MS"/>
              </a:rPr>
              <a:t>4)</a:t>
            </a:r>
            <a:r>
              <a:rPr sz="1000" spc="-6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4D4D4D"/>
                </a:solidFill>
                <a:latin typeface="Trebuchet MS"/>
                <a:cs typeface="Trebuchet MS"/>
              </a:rPr>
              <a:t>263</a:t>
            </a:r>
            <a:r>
              <a:rPr sz="1000" spc="-4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0010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24936" y="5223128"/>
            <a:ext cx="235712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4D4D4D"/>
                </a:solidFill>
                <a:latin typeface="Trebuchet MS"/>
                <a:cs typeface="Trebuchet MS"/>
              </a:rPr>
              <a:t>Distribuidores</a:t>
            </a:r>
            <a:r>
              <a:rPr sz="1000" b="1" spc="5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4D4D4D"/>
                </a:solidFill>
                <a:latin typeface="Trebuchet MS"/>
                <a:cs typeface="Trebuchet MS"/>
              </a:rPr>
              <a:t>autorizados: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Perú:</a:t>
            </a:r>
            <a:r>
              <a:rPr sz="1000" spc="2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Ergomatic</a:t>
            </a:r>
            <a:r>
              <a:rPr sz="1000" spc="-3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S.A.C.</a:t>
            </a:r>
            <a:r>
              <a:rPr sz="1000" spc="-7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Cel:</a:t>
            </a:r>
            <a:r>
              <a:rPr sz="1000" spc="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4D4D4D"/>
                </a:solidFill>
                <a:latin typeface="Trebuchet MS"/>
                <a:cs typeface="Trebuchet MS"/>
              </a:rPr>
              <a:t>960</a:t>
            </a:r>
            <a:r>
              <a:rPr sz="1000" spc="-7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366</a:t>
            </a:r>
            <a:r>
              <a:rPr sz="1000" spc="-6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4D4D4D"/>
                </a:solidFill>
                <a:latin typeface="Trebuchet MS"/>
                <a:cs typeface="Trebuchet MS"/>
              </a:rPr>
              <a:t>933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Panamá:</a:t>
            </a:r>
            <a:r>
              <a:rPr sz="1000" spc="-1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Ergomatic</a:t>
            </a:r>
            <a:r>
              <a:rPr sz="1000" spc="-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Corp.</a:t>
            </a:r>
            <a:r>
              <a:rPr sz="1000" spc="-1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(+507)</a:t>
            </a:r>
            <a:r>
              <a:rPr sz="1000" spc="-45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4D4D4D"/>
                </a:solidFill>
                <a:latin typeface="Trebuchet MS"/>
                <a:cs typeface="Trebuchet MS"/>
              </a:rPr>
              <a:t>209</a:t>
            </a:r>
            <a:r>
              <a:rPr sz="1000" spc="-40" dirty="0">
                <a:solidFill>
                  <a:srgbClr val="4D4D4D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4D4D4D"/>
                </a:solidFill>
                <a:latin typeface="Trebuchet MS"/>
                <a:cs typeface="Trebuchet MS"/>
              </a:rPr>
              <a:t>6282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6692" y="5271515"/>
            <a:ext cx="2055876" cy="7391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4d7762-e0e1-4b1e-9ccc-afb45486f737}" enabled="0" method="" siteId="{3d4d7762-e0e1-4b1e-9ccc-afb45486f73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69999</TotalTime>
  <Words>4568</Words>
  <Application>Microsoft Office PowerPoint</Application>
  <PresentationFormat>Panorámica</PresentationFormat>
  <Paragraphs>1884</Paragraphs>
  <Slides>40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8" baseType="lpstr">
      <vt:lpstr>Aptos</vt:lpstr>
      <vt:lpstr>Arial</vt:lpstr>
      <vt:lpstr>Calibri</vt:lpstr>
      <vt:lpstr>Segoe UI Light</vt:lpstr>
      <vt:lpstr>Times New Roman</vt:lpstr>
      <vt:lpstr>Trebuchet MS</vt:lpstr>
      <vt:lpstr>Wingdings</vt:lpstr>
      <vt:lpstr>Office Theme</vt:lpstr>
      <vt:lpstr>KONCISA Plus</vt:lpstr>
      <vt:lpstr>Koncisa Plus Puestos de trabajo</vt:lpstr>
      <vt:lpstr>Koncisa Plus Puestos de trabajo</vt:lpstr>
      <vt:lpstr>Koncisa Plus Puestos de trabajo</vt:lpstr>
      <vt:lpstr>Koncisa Plus Puestos de trabajo</vt:lpstr>
      <vt:lpstr>Koncisa Plus Puestos de trabajo</vt:lpstr>
      <vt:lpstr>Koncisa Plus Puestos de trabajo</vt:lpstr>
      <vt:lpstr>Contenido</vt:lpstr>
      <vt:lpstr>Koncisa Plus - Componentes</vt:lpstr>
      <vt:lpstr>Koncisa Plus Costados puestos doble</vt:lpstr>
      <vt:lpstr>Koncisa Plus Costados puestos sencillos</vt:lpstr>
      <vt:lpstr>Koncisa Plus Costados puestos integración</vt:lpstr>
      <vt:lpstr>Koncisa Plus Viga puestos doble - sencillos</vt:lpstr>
      <vt:lpstr>Koncisa Plus Ductos cableado puesto doble</vt:lpstr>
      <vt:lpstr>Koncisa Plus Ductos cableado para pasacable puesto doble</vt:lpstr>
      <vt:lpstr>Koncisa Plus Ductos cableado puesto Sencillo</vt:lpstr>
      <vt:lpstr>Koncisa Plus Ductos cableado para pasacable puesto sencillo</vt:lpstr>
      <vt:lpstr>Koncisa Plus Ductos bajante puesto doble y sencillo</vt:lpstr>
      <vt:lpstr>Koncisa Plus Ductos bajante para pasacable puessto doble y sencillo</vt:lpstr>
      <vt:lpstr>Koncisa Plus Superficies de trabajo</vt:lpstr>
      <vt:lpstr>Koncisa Plus Pantalla Frontal</vt:lpstr>
      <vt:lpstr>Koncisa Plus Pantalla Lateral</vt:lpstr>
      <vt:lpstr>Koncisa Plus Grommet / Tapa pasacable</vt:lpstr>
      <vt:lpstr>Koncisa Plus Acoples</vt:lpstr>
      <vt:lpstr>Koncisa Plus Refuerzo y soporte ducto puesto con almacenamiento</vt:lpstr>
      <vt:lpstr>Koncisa Plus Puestos Líder</vt:lpstr>
      <vt:lpstr>Koncisa Plus Puestos Líder</vt:lpstr>
      <vt:lpstr>Koncisa Plus Puestos Líder</vt:lpstr>
      <vt:lpstr>Koncisa Plus Puestos Líder</vt:lpstr>
      <vt:lpstr>Koncisa Plus Puestos Líder</vt:lpstr>
      <vt:lpstr>Presentación de PowerPoint</vt:lpstr>
      <vt:lpstr>Koncisa Plus Puestos Líder con credenza</vt:lpstr>
      <vt:lpstr>Koncisa Plus Almacenamientos</vt:lpstr>
      <vt:lpstr>Koncisa Plus Cimbra para puesto lider</vt:lpstr>
      <vt:lpstr>Koncisa Plus cimbra puesto doble (Ducto estándar NO pasacables)</vt:lpstr>
      <vt:lpstr>Koncisa Plus cimbra puestos sencillos (Ducto estándar NO pasacables)</vt:lpstr>
      <vt:lpstr>Koncisa Plus cimbra puestos sencillos pasacables</vt:lpstr>
      <vt:lpstr>Koncisa Plus cimbra puesto doble pasacables</vt:lpstr>
      <vt:lpstr>Koncisa Plus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Fernandez Franco Juan Guillermo</cp:lastModifiedBy>
  <cp:revision>19</cp:revision>
  <dcterms:created xsi:type="dcterms:W3CDTF">2026-03-24T19:25:58Z</dcterms:created>
  <dcterms:modified xsi:type="dcterms:W3CDTF">2026-05-19T22:29:14Z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2026-03-24T00:00:00Z</vt:filetime>
  </property>
  <property fmtid="{D5CDD505-2E9C-101B-9397-08002B2CF9AE}" pid="5" name="Producer">
    <vt:lpwstr>3-Heights(TM) PDF Security Shell 4.8.25.2 (http://www.pdf-tools.com)</vt:lpwstr>
  </property>
</Properties>
</file>